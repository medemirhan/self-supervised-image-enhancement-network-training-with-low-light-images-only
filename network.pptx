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C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97" autoAdjust="0"/>
  </p:normalViewPr>
  <p:slideViewPr>
    <p:cSldViewPr snapToGrid="0">
      <p:cViewPr varScale="1">
        <p:scale>
          <a:sx n="79" d="100"/>
          <a:sy n="79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465F8-BA79-8EA9-CA7A-75F06AD916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E42FD5-8DFD-924B-D15F-DBEECF224A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F704F-114E-02B0-49E1-96D6BDEC6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0393-DF08-4715-BB1D-4361A5C8FF0F}" type="datetimeFigureOut">
              <a:rPr lang="en-US" smtClean="0"/>
              <a:t>26/4/2025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674A3-345A-1BFC-13DB-52723668D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A0FD7-B332-41C1-3126-5A5733D9F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0CBD-6AE4-4C3D-8353-F3BED0864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304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0F49A-6EDA-6F92-E235-0410B28A5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F9DBC-5DB8-3DB3-BCEB-279C51347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E1C9F-F9CE-3DCC-C561-F27C6F561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0393-DF08-4715-BB1D-4361A5C8FF0F}" type="datetimeFigureOut">
              <a:rPr lang="en-US" smtClean="0"/>
              <a:t>26/4/2025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364BA-70B1-2383-638B-E6F63E876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B8137-3518-1A4A-6339-4EB9DC61E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0CBD-6AE4-4C3D-8353-F3BED0864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511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6E740-B018-35B8-5057-95B809353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1B0CF-1FCA-C5B2-7C56-AD6AF9BA5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357B1-8D95-7869-C14A-0F426C35F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0393-DF08-4715-BB1D-4361A5C8FF0F}" type="datetimeFigureOut">
              <a:rPr lang="en-US" smtClean="0"/>
              <a:t>26/4/2025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B1FA8-7A7F-9E80-5AD9-C4CC86FE5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E7377-0313-1ADF-AA21-794B1C679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0CBD-6AE4-4C3D-8353-F3BED0864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634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90CF9-3929-6BA3-BD49-85CF23891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2FF60-1059-624E-9D6B-6822FF0FE3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A4F401-97D0-4AFE-F862-9564E9EEAD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A8F6ED-58E3-6C96-76FC-B6C255944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0393-DF08-4715-BB1D-4361A5C8FF0F}" type="datetimeFigureOut">
              <a:rPr lang="en-US" smtClean="0"/>
              <a:t>26/4/2025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8394D6-94DD-303D-F4EA-B327393C4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CFA7A-6279-733A-3AB4-AC9DE6AED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0CBD-6AE4-4C3D-8353-F3BED0864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54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64491-E46E-87C4-3004-E4FD00D2A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08A3F-F2A9-B9A6-5598-4AE729B66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EA0E5F-9727-104E-7E6D-2A44EE05C9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AF7601-8CB3-7B5E-B4DD-E06C8346A8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95E49F-259F-3A8D-A475-E504BBB6ED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D013B9-C6ED-D037-83C7-5B08E42EB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0393-DF08-4715-BB1D-4361A5C8FF0F}" type="datetimeFigureOut">
              <a:rPr lang="en-US" smtClean="0"/>
              <a:t>26/4/2025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DA8777-E124-0602-3D96-7949B9093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7D0B50-1B45-E4A5-6897-AC1DBC6ED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0CBD-6AE4-4C3D-8353-F3BED0864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000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BE6D8-5F6D-F69C-4E40-01ACA3326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C1564B-2033-383E-AD58-7AB84EEFD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0393-DF08-4715-BB1D-4361A5C8FF0F}" type="datetimeFigureOut">
              <a:rPr lang="en-US" smtClean="0"/>
              <a:t>26/4/2025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0B15F2-8A91-3C11-61D0-5547CA964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F58114-FC10-C58B-1B22-38F6E8BCE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0CBD-6AE4-4C3D-8353-F3BED0864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360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56F99E-1B6F-744E-B215-8F5E739EB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0393-DF08-4715-BB1D-4361A5C8FF0F}" type="datetimeFigureOut">
              <a:rPr lang="en-US" smtClean="0"/>
              <a:t>26/4/2025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D0BE86-4B1D-E494-93AD-6F1710E50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858CB-AB83-A920-B5D5-CD2C19B39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0CBD-6AE4-4C3D-8353-F3BED0864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233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07388-13D0-ED01-EE60-189F8561B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3500B-2EE2-7124-0494-307DCE1ED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5A8895-00A8-CFAC-6500-39219A88E9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95DB6-84C4-C301-3316-297B4D9B0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0393-DF08-4715-BB1D-4361A5C8FF0F}" type="datetimeFigureOut">
              <a:rPr lang="en-US" smtClean="0"/>
              <a:t>26/4/2025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0FC9F-90B7-10A8-884C-8BB8D6C07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4A14E-4263-82B4-7F8B-EFAFA766E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0CBD-6AE4-4C3D-8353-F3BED0864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50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96941-6CC7-175D-C9CC-287876DE3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A15620-BE87-E796-01E6-D0E9F13482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BAA8CB-12A8-90CA-B832-834B2D40D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771A07-BAE0-B687-08B1-8AC983ABE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0393-DF08-4715-BB1D-4361A5C8FF0F}" type="datetimeFigureOut">
              <a:rPr lang="en-US" smtClean="0"/>
              <a:t>26/4/2025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6331C3-6250-5DF4-D049-AF5F6DCF0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0302B4-E903-53A0-54A0-94115712F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0CBD-6AE4-4C3D-8353-F3BED0864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82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27783-4C91-C6B4-5B7A-CBF0D12B0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B34713-2B4F-543D-F356-9A6FAC3334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CA3EB-310F-6EB3-2896-25B2A3FC7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0393-DF08-4715-BB1D-4361A5C8FF0F}" type="datetimeFigureOut">
              <a:rPr lang="en-US" smtClean="0"/>
              <a:t>26/4/2025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20DA8-A8A9-4D39-C15C-F1D729CFA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5B74C-0345-A1E3-572C-9BDA24DD8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0CBD-6AE4-4C3D-8353-F3BED0864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82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FF4DC0-C86E-E5BC-D395-C77ED85218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258947-1A64-979E-4933-84645B4CC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66AB5-5DC5-AE7F-F499-808273AC3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0393-DF08-4715-BB1D-4361A5C8FF0F}" type="datetimeFigureOut">
              <a:rPr lang="en-US" smtClean="0"/>
              <a:t>26/4/2025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5A707-6875-AD13-0DE5-57CA69314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4BFE8-995E-B44D-C4FA-5B31E8D13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F0CBD-6AE4-4C3D-8353-F3BED0864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228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732395-5F0A-DADA-84CA-909EB2539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01F25-E8D5-C56F-94D0-A22E2273F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C041D-332A-D95A-3595-7AC4E894F8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D70393-DF08-4715-BB1D-4361A5C8FF0F}" type="datetimeFigureOut">
              <a:rPr lang="en-US" smtClean="0"/>
              <a:t>26/4/2025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88F89-A055-C021-BB03-C878E794DD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5F092-B9EB-997F-F293-569A6DA98F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DF0CBD-6AE4-4C3D-8353-F3BED0864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637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0.pn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.png"/><Relationship Id="rId3" Type="http://schemas.microsoft.com/office/2007/relationships/hdphoto" Target="../media/hdphoto1.wdp"/><Relationship Id="rId12" Type="http://schemas.openxmlformats.org/officeDocument/2006/relationships/image" Target="../media/image15.png"/><Relationship Id="rId17" Type="http://schemas.openxmlformats.org/officeDocument/2006/relationships/image" Target="../media/image5.png"/><Relationship Id="rId2" Type="http://schemas.openxmlformats.org/officeDocument/2006/relationships/image" Target="../media/image11.png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4.png"/><Relationship Id="rId5" Type="http://schemas.openxmlformats.org/officeDocument/2006/relationships/image" Target="../media/image13.png"/><Relationship Id="rId15" Type="http://schemas.openxmlformats.org/officeDocument/2006/relationships/image" Target="../media/image4.png"/><Relationship Id="rId4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1026B608-8071-A34C-BB24-0F2854433707}"/>
              </a:ext>
            </a:extLst>
          </p:cNvPr>
          <p:cNvGrpSpPr/>
          <p:nvPr/>
        </p:nvGrpSpPr>
        <p:grpSpPr>
          <a:xfrm>
            <a:off x="603356" y="1116755"/>
            <a:ext cx="10094516" cy="4191219"/>
            <a:chOff x="603356" y="1116755"/>
            <a:chExt cx="10094516" cy="4191219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D8E0B66-C078-233B-0B2E-0BA1EEDB8B95}"/>
                </a:ext>
              </a:extLst>
            </p:cNvPr>
            <p:cNvCxnSpPr>
              <a:cxnSpLocks/>
              <a:stCxn id="77" idx="3"/>
              <a:endCxn id="82" idx="1"/>
            </p:cNvCxnSpPr>
            <p:nvPr/>
          </p:nvCxnSpPr>
          <p:spPr>
            <a:xfrm>
              <a:off x="2745072" y="2573723"/>
              <a:ext cx="351224" cy="186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D7A4D69-0236-CC33-2519-C65D0132FFDB}"/>
                </a:ext>
              </a:extLst>
            </p:cNvPr>
            <p:cNvCxnSpPr>
              <a:cxnSpLocks/>
              <a:stCxn id="83" idx="3"/>
              <a:endCxn id="89" idx="1"/>
            </p:cNvCxnSpPr>
            <p:nvPr/>
          </p:nvCxnSpPr>
          <p:spPr>
            <a:xfrm flipV="1">
              <a:off x="3576809" y="2570691"/>
              <a:ext cx="270637" cy="489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31F75E2-2547-783D-F7A8-CEC7B08DFE8A}"/>
                </a:ext>
              </a:extLst>
            </p:cNvPr>
            <p:cNvCxnSpPr>
              <a:cxnSpLocks/>
              <a:stCxn id="90" idx="3"/>
              <a:endCxn id="95" idx="1"/>
            </p:cNvCxnSpPr>
            <p:nvPr/>
          </p:nvCxnSpPr>
          <p:spPr>
            <a:xfrm>
              <a:off x="4327959" y="2570691"/>
              <a:ext cx="272464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AC308DE-0B84-6C3B-1502-5CD20AF8AC79}"/>
                </a:ext>
              </a:extLst>
            </p:cNvPr>
            <p:cNvCxnSpPr>
              <a:cxnSpLocks/>
              <a:stCxn id="99" idx="3"/>
              <a:endCxn id="103" idx="1"/>
            </p:cNvCxnSpPr>
            <p:nvPr/>
          </p:nvCxnSpPr>
          <p:spPr>
            <a:xfrm>
              <a:off x="5080936" y="2570691"/>
              <a:ext cx="269941" cy="303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637C96F7-89C1-2FA6-C02A-A54DFB559AB7}"/>
                </a:ext>
              </a:extLst>
            </p:cNvPr>
            <p:cNvCxnSpPr>
              <a:cxnSpLocks/>
              <a:stCxn id="19" idx="3"/>
              <a:endCxn id="123" idx="1"/>
            </p:cNvCxnSpPr>
            <p:nvPr/>
          </p:nvCxnSpPr>
          <p:spPr>
            <a:xfrm flipV="1">
              <a:off x="6333966" y="2570691"/>
              <a:ext cx="275926" cy="454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647517D0-07C8-A04E-2595-2DA30C7886AF}"/>
                </a:ext>
              </a:extLst>
            </p:cNvPr>
            <p:cNvCxnSpPr>
              <a:cxnSpLocks/>
              <a:stCxn id="125" idx="3"/>
              <a:endCxn id="33" idx="1"/>
            </p:cNvCxnSpPr>
            <p:nvPr/>
          </p:nvCxnSpPr>
          <p:spPr>
            <a:xfrm flipV="1">
              <a:off x="7090405" y="2567778"/>
              <a:ext cx="266659" cy="291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655E3052-B7F8-7978-14E6-D0E15C19CC29}"/>
                </a:ext>
              </a:extLst>
            </p:cNvPr>
            <p:cNvCxnSpPr>
              <a:cxnSpLocks/>
              <a:stCxn id="70" idx="3"/>
              <a:endCxn id="33" idx="2"/>
            </p:cNvCxnSpPr>
            <p:nvPr/>
          </p:nvCxnSpPr>
          <p:spPr>
            <a:xfrm flipV="1">
              <a:off x="2957998" y="3127118"/>
              <a:ext cx="4513366" cy="1458480"/>
            </a:xfrm>
            <a:prstGeom prst="bentConnector2">
              <a:avLst/>
            </a:prstGeom>
            <a:ln w="3175">
              <a:solidFill>
                <a:schemeClr val="tx1"/>
              </a:solidFill>
              <a:prstDash val="lgDash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CAD5D18A-8E40-C16B-050F-BB884D85696E}"/>
                </a:ext>
              </a:extLst>
            </p:cNvPr>
            <p:cNvCxnSpPr>
              <a:cxnSpLocks/>
              <a:stCxn id="33" idx="3"/>
              <a:endCxn id="135" idx="1"/>
            </p:cNvCxnSpPr>
            <p:nvPr/>
          </p:nvCxnSpPr>
          <p:spPr>
            <a:xfrm flipV="1">
              <a:off x="7585664" y="2564976"/>
              <a:ext cx="266394" cy="280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472D8638-BD92-E412-C97D-7627294D79FF}"/>
                </a:ext>
              </a:extLst>
            </p:cNvPr>
            <p:cNvCxnSpPr>
              <a:cxnSpLocks/>
              <a:stCxn id="135" idx="3"/>
              <a:endCxn id="140" idx="1"/>
            </p:cNvCxnSpPr>
            <p:nvPr/>
          </p:nvCxnSpPr>
          <p:spPr>
            <a:xfrm>
              <a:off x="8117234" y="2564976"/>
              <a:ext cx="266726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02CBBFE2-232D-CB98-4CF5-4F8AA95F9B4B}"/>
                </a:ext>
              </a:extLst>
            </p:cNvPr>
            <p:cNvCxnSpPr>
              <a:cxnSpLocks/>
              <a:stCxn id="110" idx="3"/>
              <a:endCxn id="19" idx="1"/>
            </p:cNvCxnSpPr>
            <p:nvPr/>
          </p:nvCxnSpPr>
          <p:spPr>
            <a:xfrm>
              <a:off x="5831390" y="2573723"/>
              <a:ext cx="273976" cy="150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AF5D9F4D-A04F-4CB2-DAD6-0A76D7B81E67}"/>
                </a:ext>
              </a:extLst>
            </p:cNvPr>
            <p:cNvCxnSpPr>
              <a:cxnSpLocks/>
              <a:stCxn id="83" idx="0"/>
              <a:endCxn id="19" idx="0"/>
            </p:cNvCxnSpPr>
            <p:nvPr/>
          </p:nvCxnSpPr>
          <p:spPr>
            <a:xfrm rot="16200000" flipH="1">
              <a:off x="4763799" y="560023"/>
              <a:ext cx="162683" cy="2749050"/>
            </a:xfrm>
            <a:prstGeom prst="bentConnector3">
              <a:avLst>
                <a:gd name="adj1" fmla="val -140519"/>
              </a:avLst>
            </a:prstGeom>
            <a:ln w="3175">
              <a:solidFill>
                <a:schemeClr val="tx1"/>
              </a:solidFill>
              <a:prstDash val="lgDash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nector: Elbow 164">
              <a:extLst>
                <a:ext uri="{FF2B5EF4-FFF2-40B4-BE49-F238E27FC236}">
                  <a16:creationId xmlns:a16="http://schemas.microsoft.com/office/drawing/2014/main" id="{49050FC0-A656-2685-A372-C889505E011F}"/>
                </a:ext>
              </a:extLst>
            </p:cNvPr>
            <p:cNvCxnSpPr>
              <a:cxnSpLocks/>
              <a:stCxn id="141" idx="3"/>
              <a:endCxn id="25" idx="1"/>
            </p:cNvCxnSpPr>
            <p:nvPr/>
          </p:nvCxnSpPr>
          <p:spPr>
            <a:xfrm flipV="1">
              <a:off x="8864473" y="2025975"/>
              <a:ext cx="786761" cy="539001"/>
            </a:xfrm>
            <a:prstGeom prst="bentConnector3">
              <a:avLst>
                <a:gd name="adj1" fmla="val 50000"/>
              </a:avLst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nector: Elbow 166">
              <a:extLst>
                <a:ext uri="{FF2B5EF4-FFF2-40B4-BE49-F238E27FC236}">
                  <a16:creationId xmlns:a16="http://schemas.microsoft.com/office/drawing/2014/main" id="{F993151E-58D6-EF52-D2E0-3B90E8D36669}"/>
                </a:ext>
              </a:extLst>
            </p:cNvPr>
            <p:cNvCxnSpPr>
              <a:cxnSpLocks/>
              <a:stCxn id="141" idx="3"/>
              <a:endCxn id="13" idx="1"/>
            </p:cNvCxnSpPr>
            <p:nvPr/>
          </p:nvCxnSpPr>
          <p:spPr>
            <a:xfrm>
              <a:off x="8864473" y="2564976"/>
              <a:ext cx="789721" cy="572880"/>
            </a:xfrm>
            <a:prstGeom prst="bentConnector3">
              <a:avLst>
                <a:gd name="adj1" fmla="val 50000"/>
              </a:avLst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ctor: Elbow 169">
              <a:extLst>
                <a:ext uri="{FF2B5EF4-FFF2-40B4-BE49-F238E27FC236}">
                  <a16:creationId xmlns:a16="http://schemas.microsoft.com/office/drawing/2014/main" id="{914DD93C-CB93-D9E5-1DB7-88BC0607EDA7}"/>
                </a:ext>
              </a:extLst>
            </p:cNvPr>
            <p:cNvCxnSpPr>
              <a:cxnSpLocks/>
              <a:stCxn id="179" idx="3"/>
              <a:endCxn id="69" idx="1"/>
            </p:cNvCxnSpPr>
            <p:nvPr/>
          </p:nvCxnSpPr>
          <p:spPr>
            <a:xfrm>
              <a:off x="1667554" y="3482043"/>
              <a:ext cx="809931" cy="1103555"/>
            </a:xfrm>
            <a:prstGeom prst="bentConnector3">
              <a:avLst>
                <a:gd name="adj1" fmla="val 50000"/>
              </a:avLst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ctor: Elbow 172">
              <a:extLst>
                <a:ext uri="{FF2B5EF4-FFF2-40B4-BE49-F238E27FC236}">
                  <a16:creationId xmlns:a16="http://schemas.microsoft.com/office/drawing/2014/main" id="{8C8AD30D-8921-82EB-658E-CBC91996A177}"/>
                </a:ext>
              </a:extLst>
            </p:cNvPr>
            <p:cNvCxnSpPr>
              <a:cxnSpLocks/>
              <a:stCxn id="179" idx="3"/>
              <a:endCxn id="77" idx="1"/>
            </p:cNvCxnSpPr>
            <p:nvPr/>
          </p:nvCxnSpPr>
          <p:spPr>
            <a:xfrm flipV="1">
              <a:off x="1667554" y="2573723"/>
              <a:ext cx="812342" cy="908320"/>
            </a:xfrm>
            <a:prstGeom prst="bentConnector3">
              <a:avLst>
                <a:gd name="adj1" fmla="val 50000"/>
              </a:avLst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9685931-A8CE-88E5-6946-8C29B8A435FA}"/>
                </a:ext>
              </a:extLst>
            </p:cNvPr>
            <p:cNvSpPr/>
            <p:nvPr/>
          </p:nvSpPr>
          <p:spPr>
            <a:xfrm>
              <a:off x="6105366" y="2015890"/>
              <a:ext cx="228600" cy="111868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Concat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813B474-500D-0805-B240-2B677099C664}"/>
                </a:ext>
              </a:extLst>
            </p:cNvPr>
            <p:cNvSpPr/>
            <p:nvPr/>
          </p:nvSpPr>
          <p:spPr>
            <a:xfrm>
              <a:off x="7357064" y="2008437"/>
              <a:ext cx="228600" cy="111868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Concat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98C62F3-2E6A-B3A7-7D0B-9E5B75B6A2D6}"/>
                </a:ext>
              </a:extLst>
            </p:cNvPr>
            <p:cNvGrpSpPr/>
            <p:nvPr/>
          </p:nvGrpSpPr>
          <p:grpSpPr>
            <a:xfrm>
              <a:off x="2477485" y="3863222"/>
              <a:ext cx="480513" cy="1444752"/>
              <a:chOff x="1698322" y="4729723"/>
              <a:chExt cx="480513" cy="897246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15ACB473-7AEA-2EC9-9B91-63B16E16B126}"/>
                  </a:ext>
                </a:extLst>
              </p:cNvPr>
              <p:cNvSpPr/>
              <p:nvPr/>
            </p:nvSpPr>
            <p:spPr>
              <a:xfrm>
                <a:off x="1698322" y="4729723"/>
                <a:ext cx="265176" cy="897246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31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Conv</a:t>
                </a: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D38874F0-9F71-858B-5CAC-EA8C9D5C1702}"/>
                  </a:ext>
                </a:extLst>
              </p:cNvPr>
              <p:cNvSpPr/>
              <p:nvPr/>
            </p:nvSpPr>
            <p:spPr>
              <a:xfrm>
                <a:off x="1966448" y="4729723"/>
                <a:ext cx="212387" cy="897246"/>
              </a:xfrm>
              <a:prstGeom prst="rect">
                <a:avLst/>
              </a:prstGeom>
              <a:solidFill>
                <a:srgbClr val="FFC000"/>
              </a:solidFill>
              <a:ln w="31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ReLU</a:t>
                </a:r>
              </a:p>
            </p:txBody>
          </p:sp>
        </p:grp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E28ABA72-6B4C-F22D-9C32-50634C8D36F5}"/>
                </a:ext>
              </a:extLst>
            </p:cNvPr>
            <p:cNvSpPr/>
            <p:nvPr/>
          </p:nvSpPr>
          <p:spPr>
            <a:xfrm>
              <a:off x="2479896" y="1851347"/>
              <a:ext cx="265176" cy="1444752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Conv</a:t>
              </a:r>
            </a:p>
          </p:txBody>
        </p: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24AFE3BF-2084-C154-A668-7B1F0B7518C1}"/>
                </a:ext>
              </a:extLst>
            </p:cNvPr>
            <p:cNvGrpSpPr/>
            <p:nvPr/>
          </p:nvGrpSpPr>
          <p:grpSpPr>
            <a:xfrm>
              <a:off x="3096296" y="1853207"/>
              <a:ext cx="480513" cy="1444752"/>
              <a:chOff x="1698322" y="4729723"/>
              <a:chExt cx="480513" cy="897246"/>
            </a:xfrm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53D62FF5-5D4C-32EB-3E66-C72725844E13}"/>
                  </a:ext>
                </a:extLst>
              </p:cNvPr>
              <p:cNvSpPr/>
              <p:nvPr/>
            </p:nvSpPr>
            <p:spPr>
              <a:xfrm>
                <a:off x="1698322" y="4729723"/>
                <a:ext cx="265176" cy="897246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31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Conv</a:t>
                </a: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9E152520-6A35-41F9-84BD-78A2136B5F8D}"/>
                  </a:ext>
                </a:extLst>
              </p:cNvPr>
              <p:cNvSpPr/>
              <p:nvPr/>
            </p:nvSpPr>
            <p:spPr>
              <a:xfrm>
                <a:off x="1966448" y="4729723"/>
                <a:ext cx="212387" cy="897246"/>
              </a:xfrm>
              <a:prstGeom prst="rect">
                <a:avLst/>
              </a:prstGeom>
              <a:solidFill>
                <a:srgbClr val="FFC000"/>
              </a:solidFill>
              <a:ln w="31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ReLU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D3C92AE3-1833-743C-F23A-5F0D33A3AEEF}"/>
                </a:ext>
              </a:extLst>
            </p:cNvPr>
            <p:cNvGrpSpPr/>
            <p:nvPr/>
          </p:nvGrpSpPr>
          <p:grpSpPr>
            <a:xfrm>
              <a:off x="3847446" y="2145010"/>
              <a:ext cx="480513" cy="851362"/>
              <a:chOff x="1698322" y="4729723"/>
              <a:chExt cx="480513" cy="897246"/>
            </a:xfrm>
          </p:grpSpPr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69BF46B8-BFDC-5199-EC24-87026F7F934D}"/>
                  </a:ext>
                </a:extLst>
              </p:cNvPr>
              <p:cNvSpPr/>
              <p:nvPr/>
            </p:nvSpPr>
            <p:spPr>
              <a:xfrm>
                <a:off x="1698322" y="4729723"/>
                <a:ext cx="265176" cy="897246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31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Conv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8FAEAB57-A0EC-1E29-BF98-4D8774F030E6}"/>
                  </a:ext>
                </a:extLst>
              </p:cNvPr>
              <p:cNvSpPr/>
              <p:nvPr/>
            </p:nvSpPr>
            <p:spPr>
              <a:xfrm>
                <a:off x="1966448" y="4729723"/>
                <a:ext cx="212387" cy="897246"/>
              </a:xfrm>
              <a:prstGeom prst="rect">
                <a:avLst/>
              </a:prstGeom>
              <a:solidFill>
                <a:srgbClr val="FFC000"/>
              </a:solidFill>
              <a:ln w="31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ReLU</a:t>
                </a: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FAE31F2C-1C04-23F2-7492-6EFA69A7240C}"/>
                </a:ext>
              </a:extLst>
            </p:cNvPr>
            <p:cNvGrpSpPr/>
            <p:nvPr/>
          </p:nvGrpSpPr>
          <p:grpSpPr>
            <a:xfrm>
              <a:off x="4600423" y="2145010"/>
              <a:ext cx="480513" cy="851362"/>
              <a:chOff x="1698322" y="4729723"/>
              <a:chExt cx="480513" cy="897246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ED78F4E1-AE10-BEEF-3C79-A24DA643A7A1}"/>
                  </a:ext>
                </a:extLst>
              </p:cNvPr>
              <p:cNvSpPr/>
              <p:nvPr/>
            </p:nvSpPr>
            <p:spPr>
              <a:xfrm>
                <a:off x="1698322" y="4729723"/>
                <a:ext cx="265176" cy="897246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31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Conv</a:t>
                </a: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9EF70747-027E-555C-B6C1-2B3DBC97E3CB}"/>
                  </a:ext>
                </a:extLst>
              </p:cNvPr>
              <p:cNvSpPr/>
              <p:nvPr/>
            </p:nvSpPr>
            <p:spPr>
              <a:xfrm>
                <a:off x="1966448" y="4729723"/>
                <a:ext cx="212387" cy="897246"/>
              </a:xfrm>
              <a:prstGeom prst="rect">
                <a:avLst/>
              </a:prstGeom>
              <a:solidFill>
                <a:srgbClr val="FFC000"/>
              </a:solidFill>
              <a:ln w="31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ReLU</a:t>
                </a:r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F3E8C779-D54C-1826-BCE6-0E3D0210D3DE}"/>
                </a:ext>
              </a:extLst>
            </p:cNvPr>
            <p:cNvGrpSpPr/>
            <p:nvPr/>
          </p:nvGrpSpPr>
          <p:grpSpPr>
            <a:xfrm>
              <a:off x="5350877" y="1851347"/>
              <a:ext cx="480513" cy="1444752"/>
              <a:chOff x="1698322" y="4729723"/>
              <a:chExt cx="480513" cy="897246"/>
            </a:xfrm>
          </p:grpSpPr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E7C47ED0-8CFF-000D-B5DE-51C34D874ED9}"/>
                  </a:ext>
                </a:extLst>
              </p:cNvPr>
              <p:cNvSpPr/>
              <p:nvPr/>
            </p:nvSpPr>
            <p:spPr>
              <a:xfrm>
                <a:off x="1698322" y="4729723"/>
                <a:ext cx="265176" cy="897246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31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Conv</a:t>
                </a:r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758B1ADB-705C-4FD6-0938-1872478221BC}"/>
                  </a:ext>
                </a:extLst>
              </p:cNvPr>
              <p:cNvSpPr/>
              <p:nvPr/>
            </p:nvSpPr>
            <p:spPr>
              <a:xfrm>
                <a:off x="1966448" y="4729723"/>
                <a:ext cx="212387" cy="897246"/>
              </a:xfrm>
              <a:prstGeom prst="rect">
                <a:avLst/>
              </a:prstGeom>
              <a:solidFill>
                <a:srgbClr val="FFC000"/>
              </a:solidFill>
              <a:ln w="31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ReLU</a:t>
                </a:r>
              </a:p>
            </p:txBody>
          </p:sp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481CC942-9519-14A6-CBB0-50530D88F06E}"/>
                </a:ext>
              </a:extLst>
            </p:cNvPr>
            <p:cNvGrpSpPr/>
            <p:nvPr/>
          </p:nvGrpSpPr>
          <p:grpSpPr>
            <a:xfrm>
              <a:off x="6609892" y="1848315"/>
              <a:ext cx="480513" cy="1444752"/>
              <a:chOff x="1698322" y="4729723"/>
              <a:chExt cx="480513" cy="897246"/>
            </a:xfrm>
          </p:grpSpPr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072213C5-CD2C-397F-08AE-DA3B45A87F51}"/>
                  </a:ext>
                </a:extLst>
              </p:cNvPr>
              <p:cNvSpPr/>
              <p:nvPr/>
            </p:nvSpPr>
            <p:spPr>
              <a:xfrm>
                <a:off x="1698322" y="4729723"/>
                <a:ext cx="265176" cy="897246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31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Conv</a:t>
                </a:r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0AD64FE1-66A3-20EB-DEAA-E5858E87B18F}"/>
                  </a:ext>
                </a:extLst>
              </p:cNvPr>
              <p:cNvSpPr/>
              <p:nvPr/>
            </p:nvSpPr>
            <p:spPr>
              <a:xfrm>
                <a:off x="1966448" y="4729723"/>
                <a:ext cx="212387" cy="897246"/>
              </a:xfrm>
              <a:prstGeom prst="rect">
                <a:avLst/>
              </a:prstGeom>
              <a:solidFill>
                <a:srgbClr val="FFC000"/>
              </a:solidFill>
              <a:ln w="31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ReLU</a:t>
                </a:r>
              </a:p>
            </p:txBody>
          </p:sp>
        </p:grp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E80EB9E0-CDB6-E581-7740-7C2D1F80E65C}"/>
                </a:ext>
              </a:extLst>
            </p:cNvPr>
            <p:cNvSpPr/>
            <p:nvPr/>
          </p:nvSpPr>
          <p:spPr>
            <a:xfrm>
              <a:off x="7852058" y="1842600"/>
              <a:ext cx="265176" cy="1444752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Conv</a:t>
              </a:r>
            </a:p>
          </p:txBody>
        </p: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C4A74A5B-D2BA-6D77-2D74-24D3D8E06F83}"/>
                </a:ext>
              </a:extLst>
            </p:cNvPr>
            <p:cNvGrpSpPr/>
            <p:nvPr/>
          </p:nvGrpSpPr>
          <p:grpSpPr>
            <a:xfrm>
              <a:off x="8383960" y="1842600"/>
              <a:ext cx="480513" cy="1444752"/>
              <a:chOff x="1698322" y="4729723"/>
              <a:chExt cx="480513" cy="897246"/>
            </a:xfrm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8132894D-5932-08C2-A22B-762F1509D5AC}"/>
                  </a:ext>
                </a:extLst>
              </p:cNvPr>
              <p:cNvSpPr/>
              <p:nvPr/>
            </p:nvSpPr>
            <p:spPr>
              <a:xfrm>
                <a:off x="1698322" y="4729723"/>
                <a:ext cx="265176" cy="897246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31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Conv</a:t>
                </a:r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DEF4FB5C-7654-695B-A964-02C88EFF34B2}"/>
                  </a:ext>
                </a:extLst>
              </p:cNvPr>
              <p:cNvSpPr/>
              <p:nvPr/>
            </p:nvSpPr>
            <p:spPr>
              <a:xfrm>
                <a:off x="1966448" y="4729723"/>
                <a:ext cx="212387" cy="897246"/>
              </a:xfrm>
              <a:prstGeom prst="rect">
                <a:avLst/>
              </a:prstGeom>
              <a:solidFill>
                <a:srgbClr val="FFC000"/>
              </a:solidFill>
              <a:ln w="31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Sigmoid</a:t>
                </a: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54D45B3C-7ED3-A102-B57E-D074371FDB2E}"/>
                    </a:ext>
                  </a:extLst>
                </p:cNvPr>
                <p:cNvSpPr txBox="1"/>
                <p:nvPr/>
              </p:nvSpPr>
              <p:spPr>
                <a:xfrm>
                  <a:off x="9892671" y="3565665"/>
                  <a:ext cx="43152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𝑙𝑜𝑤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54D45B3C-7ED3-A102-B57E-D074371FDB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2671" y="3565665"/>
                  <a:ext cx="431528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14085" r="-5634" b="-1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9A05061-A0DB-4B3F-9072-4987BCA4D0A5}"/>
                </a:ext>
              </a:extLst>
            </p:cNvPr>
            <p:cNvGrpSpPr/>
            <p:nvPr/>
          </p:nvGrpSpPr>
          <p:grpSpPr>
            <a:xfrm>
              <a:off x="603356" y="2792004"/>
              <a:ext cx="1064198" cy="1184633"/>
              <a:chOff x="603356" y="2792004"/>
              <a:chExt cx="1064198" cy="1184633"/>
            </a:xfrm>
          </p:grpSpPr>
          <p:pic>
            <p:nvPicPr>
              <p:cNvPr id="179" name="Picture 178">
                <a:extLst>
                  <a:ext uri="{FF2B5EF4-FFF2-40B4-BE49-F238E27FC236}">
                    <a16:creationId xmlns:a16="http://schemas.microsoft.com/office/drawing/2014/main" id="{0041A46A-F79B-436F-6363-5AD3280A2C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2306" y="3134571"/>
                <a:ext cx="915248" cy="694944"/>
              </a:xfrm>
              <a:prstGeom prst="rect">
                <a:avLst/>
              </a:prstGeom>
            </p:spPr>
          </p:pic>
          <p:pic>
            <p:nvPicPr>
              <p:cNvPr id="180" name="Picture 179">
                <a:extLst>
                  <a:ext uri="{FF2B5EF4-FFF2-40B4-BE49-F238E27FC236}">
                    <a16:creationId xmlns:a16="http://schemas.microsoft.com/office/drawing/2014/main" id="{48FFEEED-5FAE-5331-AB93-524CF172E3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5167" y="3200139"/>
                <a:ext cx="915248" cy="694944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F6A880AF-6DB0-B74F-0974-972BCAAF339A}"/>
                      </a:ext>
                    </a:extLst>
                  </p:cNvPr>
                  <p:cNvSpPr txBox="1"/>
                  <p:nvPr/>
                </p:nvSpPr>
                <p:spPr>
                  <a:xfrm>
                    <a:off x="1050464" y="2792004"/>
                    <a:ext cx="172804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F6A880AF-6DB0-B74F-0974-972BCAAF33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0464" y="2792004"/>
                    <a:ext cx="172804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31034" r="-31034" b="-888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5170AC40-CFA1-9CCF-3C9F-5EACB89EA3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415" t="959" r="840" b="713"/>
              <a:stretch/>
            </p:blipFill>
            <p:spPr>
              <a:xfrm>
                <a:off x="603356" y="3283065"/>
                <a:ext cx="914400" cy="693572"/>
              </a:xfrm>
              <a:prstGeom prst="rect">
                <a:avLst/>
              </a:prstGeom>
            </p:spPr>
          </p:pic>
        </p:grpSp>
        <p:pic>
          <p:nvPicPr>
            <p:cNvPr id="13" name="Picture 12" descr="A group of white letters and numbers&#10;&#10;AI-generated content may be incorrect.">
              <a:extLst>
                <a:ext uri="{FF2B5EF4-FFF2-40B4-BE49-F238E27FC236}">
                  <a16:creationId xmlns:a16="http://schemas.microsoft.com/office/drawing/2014/main" id="{26CE1880-ACEB-E2A5-F1D9-CA3C5CEF38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0" t="1359" r="875" b="1172"/>
            <a:stretch/>
          </p:blipFill>
          <p:spPr>
            <a:xfrm>
              <a:off x="9654194" y="2792004"/>
              <a:ext cx="914400" cy="691703"/>
            </a:xfrm>
            <a:prstGeom prst="rect">
              <a:avLst/>
            </a:prstGeom>
          </p:spPr>
        </p:pic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0190431-E84A-33D5-A273-11B6EC40FB65}"/>
                </a:ext>
              </a:extLst>
            </p:cNvPr>
            <p:cNvGrpSpPr/>
            <p:nvPr/>
          </p:nvGrpSpPr>
          <p:grpSpPr>
            <a:xfrm>
              <a:off x="9651234" y="1116755"/>
              <a:ext cx="1046638" cy="1257262"/>
              <a:chOff x="9651234" y="1116755"/>
              <a:chExt cx="1046638" cy="1257262"/>
            </a:xfrm>
          </p:grpSpPr>
          <p:pic>
            <p:nvPicPr>
              <p:cNvPr id="15" name="Picture 14" descr="Several colorful shapes and numbers&#10;&#10;AI-generated content may be incorrect.">
                <a:extLst>
                  <a:ext uri="{FF2B5EF4-FFF2-40B4-BE49-F238E27FC236}">
                    <a16:creationId xmlns:a16="http://schemas.microsoft.com/office/drawing/2014/main" id="{513CB090-6E63-5FFA-E503-0D06954252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0" t="724" r="950" b="1265"/>
              <a:stretch/>
            </p:blipFill>
            <p:spPr>
              <a:xfrm>
                <a:off x="9783472" y="1522318"/>
                <a:ext cx="914400" cy="696085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3E141282-BD10-3480-271C-6D1BBD94CACF}"/>
                      </a:ext>
                    </a:extLst>
                  </p:cNvPr>
                  <p:cNvSpPr txBox="1"/>
                  <p:nvPr/>
                </p:nvSpPr>
                <p:spPr>
                  <a:xfrm>
                    <a:off x="9858238" y="1116755"/>
                    <a:ext cx="500393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𝑙𝑜𝑤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3E141282-BD10-3480-271C-6D1BBD94CA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58238" y="1116755"/>
                    <a:ext cx="500393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0976" r="-4878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24" name="Picture 23" descr="Several colorful shapes and numbers&#10;&#10;AI-generated content may be incorrect.">
                <a:extLst>
                  <a:ext uri="{FF2B5EF4-FFF2-40B4-BE49-F238E27FC236}">
                    <a16:creationId xmlns:a16="http://schemas.microsoft.com/office/drawing/2014/main" id="{06F716B5-FF29-7F8A-5031-D3D68984C2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0" t="724" r="950" b="1265"/>
              <a:stretch/>
            </p:blipFill>
            <p:spPr>
              <a:xfrm>
                <a:off x="9712104" y="1603184"/>
                <a:ext cx="914400" cy="696085"/>
              </a:xfrm>
              <a:prstGeom prst="rect">
                <a:avLst/>
              </a:prstGeom>
            </p:spPr>
          </p:pic>
          <p:pic>
            <p:nvPicPr>
              <p:cNvPr id="25" name="Picture 24" descr="Several colorful shapes and numbers&#10;&#10;AI-generated content may be incorrect.">
                <a:extLst>
                  <a:ext uri="{FF2B5EF4-FFF2-40B4-BE49-F238E27FC236}">
                    <a16:creationId xmlns:a16="http://schemas.microsoft.com/office/drawing/2014/main" id="{0AA006D6-A678-CAA8-7823-56BAD0243D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0" t="724" r="950" b="1265"/>
              <a:stretch/>
            </p:blipFill>
            <p:spPr>
              <a:xfrm>
                <a:off x="9651234" y="1677932"/>
                <a:ext cx="914400" cy="69608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261653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9B523-839C-582A-E449-89612C524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9EA3EDAF-6BC4-2BBD-77F7-949173CA9E27}"/>
              </a:ext>
            </a:extLst>
          </p:cNvPr>
          <p:cNvGrpSpPr/>
          <p:nvPr/>
        </p:nvGrpSpPr>
        <p:grpSpPr>
          <a:xfrm>
            <a:off x="-454152" y="1373945"/>
            <a:ext cx="12892436" cy="3287706"/>
            <a:chOff x="-454152" y="1373945"/>
            <a:chExt cx="12892436" cy="3287706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AE4556F-7D2A-AD2C-5DB5-D1637737EBEC}"/>
                </a:ext>
              </a:extLst>
            </p:cNvPr>
            <p:cNvGrpSpPr/>
            <p:nvPr/>
          </p:nvGrpSpPr>
          <p:grpSpPr>
            <a:xfrm>
              <a:off x="-214278" y="1373945"/>
              <a:ext cx="12652562" cy="3287706"/>
              <a:chOff x="-214278" y="1373945"/>
              <a:chExt cx="12652562" cy="3287706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A445AB96-C5E4-A2D5-17D3-4A2CED95F49F}"/>
                  </a:ext>
                </a:extLst>
              </p:cNvPr>
              <p:cNvGrpSpPr/>
              <p:nvPr/>
            </p:nvGrpSpPr>
            <p:grpSpPr>
              <a:xfrm>
                <a:off x="453403" y="1502921"/>
                <a:ext cx="11984881" cy="3158730"/>
                <a:chOff x="453403" y="1502921"/>
                <a:chExt cx="11984881" cy="3158730"/>
              </a:xfrm>
            </p:grpSpPr>
            <p:cxnSp>
              <p:nvCxnSpPr>
                <p:cNvPr id="2" name="Connector: Elbow 1">
                  <a:extLst>
                    <a:ext uri="{FF2B5EF4-FFF2-40B4-BE49-F238E27FC236}">
                      <a16:creationId xmlns:a16="http://schemas.microsoft.com/office/drawing/2014/main" id="{69CCCA3A-CBF9-DD85-DE2F-DEBE42C5E635}"/>
                    </a:ext>
                  </a:extLst>
                </p:cNvPr>
                <p:cNvCxnSpPr>
                  <a:cxnSpLocks/>
                  <a:endCxn id="3" idx="0"/>
                </p:cNvCxnSpPr>
                <p:nvPr/>
              </p:nvCxnSpPr>
              <p:spPr>
                <a:xfrm>
                  <a:off x="453403" y="2283659"/>
                  <a:ext cx="567738" cy="409815"/>
                </a:xfrm>
                <a:prstGeom prst="bentConnector2">
                  <a:avLst/>
                </a:prstGeom>
                <a:ln w="31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" name="Flowchart: Or 2">
                  <a:extLst>
                    <a:ext uri="{FF2B5EF4-FFF2-40B4-BE49-F238E27FC236}">
                      <a16:creationId xmlns:a16="http://schemas.microsoft.com/office/drawing/2014/main" id="{9880B0AE-AE94-970A-2CD8-F7AE8AE90668}"/>
                    </a:ext>
                  </a:extLst>
                </p:cNvPr>
                <p:cNvSpPr/>
                <p:nvPr/>
              </p:nvSpPr>
              <p:spPr>
                <a:xfrm>
                  <a:off x="883981" y="2693474"/>
                  <a:ext cx="274320" cy="274320"/>
                </a:xfrm>
                <a:prstGeom prst="flowChartOr">
                  <a:avLst/>
                </a:prstGeom>
                <a:no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3" name="Connector: Elbow 12">
                  <a:extLst>
                    <a:ext uri="{FF2B5EF4-FFF2-40B4-BE49-F238E27FC236}">
                      <a16:creationId xmlns:a16="http://schemas.microsoft.com/office/drawing/2014/main" id="{62D91C50-8AD6-EC87-1FF8-5CCB6B419D5C}"/>
                    </a:ext>
                  </a:extLst>
                </p:cNvPr>
                <p:cNvCxnSpPr>
                  <a:cxnSpLocks/>
                  <a:stCxn id="18" idx="3"/>
                  <a:endCxn id="3" idx="4"/>
                </p:cNvCxnSpPr>
                <p:nvPr/>
              </p:nvCxnSpPr>
              <p:spPr>
                <a:xfrm flipV="1">
                  <a:off x="460248" y="2967794"/>
                  <a:ext cx="560893" cy="430948"/>
                </a:xfrm>
                <a:prstGeom prst="bentConnector2">
                  <a:avLst/>
                </a:prstGeom>
                <a:ln w="31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9F7361B0-3F7F-A36A-1A0D-4E65A045B2EC}"/>
                    </a:ext>
                  </a:extLst>
                </p:cNvPr>
                <p:cNvSpPr/>
                <p:nvPr/>
              </p:nvSpPr>
              <p:spPr>
                <a:xfrm>
                  <a:off x="3995381" y="2262857"/>
                  <a:ext cx="457927" cy="1118680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31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300" dirty="0">
                      <a:solidFill>
                        <a:schemeClr val="tx1"/>
                      </a:solidFill>
                    </a:rPr>
                    <a:t>Transformer</a:t>
                  </a: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CAE3656C-D86A-1067-2E12-393DD0AED599}"/>
                    </a:ext>
                  </a:extLst>
                </p:cNvPr>
                <p:cNvSpPr/>
                <p:nvPr/>
              </p:nvSpPr>
              <p:spPr>
                <a:xfrm>
                  <a:off x="4673817" y="2293206"/>
                  <a:ext cx="246521" cy="1051997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31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dirty="0" err="1">
                      <a:solidFill>
                        <a:schemeClr val="tx1"/>
                      </a:solidFill>
                    </a:rPr>
                    <a:t>Upsample</a:t>
                  </a:r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" name="Flowchart: Or 38">
                  <a:extLst>
                    <a:ext uri="{FF2B5EF4-FFF2-40B4-BE49-F238E27FC236}">
                      <a16:creationId xmlns:a16="http://schemas.microsoft.com/office/drawing/2014/main" id="{0E4E029E-33EE-DE29-9090-2B7867F9B060}"/>
                    </a:ext>
                  </a:extLst>
                </p:cNvPr>
                <p:cNvSpPr/>
                <p:nvPr/>
              </p:nvSpPr>
              <p:spPr>
                <a:xfrm>
                  <a:off x="5832930" y="2682299"/>
                  <a:ext cx="274320" cy="274320"/>
                </a:xfrm>
                <a:prstGeom prst="flowChartOr">
                  <a:avLst/>
                </a:prstGeom>
                <a:no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0" name="Connector: Elbow 39">
                  <a:extLst>
                    <a:ext uri="{FF2B5EF4-FFF2-40B4-BE49-F238E27FC236}">
                      <a16:creationId xmlns:a16="http://schemas.microsoft.com/office/drawing/2014/main" id="{3FE234BA-0051-7CE0-F446-E1A8BC3FB400}"/>
                    </a:ext>
                  </a:extLst>
                </p:cNvPr>
                <p:cNvCxnSpPr>
                  <a:cxnSpLocks/>
                  <a:stCxn id="416" idx="0"/>
                  <a:endCxn id="39" idx="0"/>
                </p:cNvCxnSpPr>
                <p:nvPr/>
              </p:nvCxnSpPr>
              <p:spPr>
                <a:xfrm rot="16200000" flipH="1">
                  <a:off x="4177581" y="889791"/>
                  <a:ext cx="582905" cy="3002111"/>
                </a:xfrm>
                <a:prstGeom prst="bentConnector3">
                  <a:avLst>
                    <a:gd name="adj1" fmla="val -39217"/>
                  </a:avLst>
                </a:prstGeom>
                <a:ln w="3175">
                  <a:solidFill>
                    <a:schemeClr val="tx1"/>
                  </a:solidFill>
                  <a:prstDash val="lgDashDot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>
                  <a:extLst>
                    <a:ext uri="{FF2B5EF4-FFF2-40B4-BE49-F238E27FC236}">
                      <a16:creationId xmlns:a16="http://schemas.microsoft.com/office/drawing/2014/main" id="{698CE802-C9BA-660D-B613-D86167BAE999}"/>
                    </a:ext>
                  </a:extLst>
                </p:cNvPr>
                <p:cNvCxnSpPr>
                  <a:cxnSpLocks/>
                  <a:stCxn id="406" idx="3"/>
                  <a:endCxn id="559" idx="1"/>
                </p:cNvCxnSpPr>
                <p:nvPr/>
              </p:nvCxnSpPr>
              <p:spPr>
                <a:xfrm flipV="1">
                  <a:off x="1641138" y="2825239"/>
                  <a:ext cx="218220" cy="3943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16F69ED3-8853-E704-3252-3BEEC3B41919}"/>
                    </a:ext>
                  </a:extLst>
                </p:cNvPr>
                <p:cNvCxnSpPr>
                  <a:cxnSpLocks/>
                  <a:stCxn id="560" idx="3"/>
                  <a:endCxn id="415" idx="1"/>
                </p:cNvCxnSpPr>
                <p:nvPr/>
              </p:nvCxnSpPr>
              <p:spPr>
                <a:xfrm flipV="1">
                  <a:off x="2339871" y="2821770"/>
                  <a:ext cx="253788" cy="3469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Arrow Connector 47">
                  <a:extLst>
                    <a:ext uri="{FF2B5EF4-FFF2-40B4-BE49-F238E27FC236}">
                      <a16:creationId xmlns:a16="http://schemas.microsoft.com/office/drawing/2014/main" id="{50294F64-3F6E-75FB-1FE5-4941BA559201}"/>
                    </a:ext>
                  </a:extLst>
                </p:cNvPr>
                <p:cNvCxnSpPr>
                  <a:cxnSpLocks/>
                  <a:stCxn id="416" idx="3"/>
                  <a:endCxn id="420" idx="1"/>
                </p:cNvCxnSpPr>
                <p:nvPr/>
              </p:nvCxnSpPr>
              <p:spPr>
                <a:xfrm>
                  <a:off x="3074172" y="2821770"/>
                  <a:ext cx="220187" cy="677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1B5A09B8-E73D-3768-222C-BF69093A3558}"/>
                    </a:ext>
                  </a:extLst>
                </p:cNvPr>
                <p:cNvCxnSpPr>
                  <a:cxnSpLocks/>
                  <a:stCxn id="421" idx="3"/>
                  <a:endCxn id="34" idx="1"/>
                </p:cNvCxnSpPr>
                <p:nvPr/>
              </p:nvCxnSpPr>
              <p:spPr>
                <a:xfrm flipV="1">
                  <a:off x="3774872" y="2822197"/>
                  <a:ext cx="220509" cy="250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1A4924EE-5A96-7D9D-9996-78183E108716}"/>
                    </a:ext>
                  </a:extLst>
                </p:cNvPr>
                <p:cNvCxnSpPr>
                  <a:cxnSpLocks/>
                  <a:stCxn id="3" idx="6"/>
                  <a:endCxn id="406" idx="1"/>
                </p:cNvCxnSpPr>
                <p:nvPr/>
              </p:nvCxnSpPr>
              <p:spPr>
                <a:xfrm flipV="1">
                  <a:off x="1158301" y="2829182"/>
                  <a:ext cx="217660" cy="1452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Arrow Connector 58">
                  <a:extLst>
                    <a:ext uri="{FF2B5EF4-FFF2-40B4-BE49-F238E27FC236}">
                      <a16:creationId xmlns:a16="http://schemas.microsoft.com/office/drawing/2014/main" id="{F4702831-CF89-9472-F886-4076EC3C2DFD}"/>
                    </a:ext>
                  </a:extLst>
                </p:cNvPr>
                <p:cNvCxnSpPr>
                  <a:cxnSpLocks/>
                  <a:stCxn id="34" idx="3"/>
                  <a:endCxn id="35" idx="1"/>
                </p:cNvCxnSpPr>
                <p:nvPr/>
              </p:nvCxnSpPr>
              <p:spPr>
                <a:xfrm flipV="1">
                  <a:off x="4453308" y="2819205"/>
                  <a:ext cx="220509" cy="2992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Arrow Connector 61">
                  <a:extLst>
                    <a:ext uri="{FF2B5EF4-FFF2-40B4-BE49-F238E27FC236}">
                      <a16:creationId xmlns:a16="http://schemas.microsoft.com/office/drawing/2014/main" id="{16DB2EE0-6737-A108-903D-020EFCB30CFC}"/>
                    </a:ext>
                  </a:extLst>
                </p:cNvPr>
                <p:cNvCxnSpPr>
                  <a:cxnSpLocks/>
                  <a:stCxn id="35" idx="3"/>
                  <a:endCxn id="425" idx="1"/>
                </p:cNvCxnSpPr>
                <p:nvPr/>
              </p:nvCxnSpPr>
              <p:spPr>
                <a:xfrm>
                  <a:off x="4920338" y="2819205"/>
                  <a:ext cx="214417" cy="319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Arrow Connector 66">
                  <a:extLst>
                    <a:ext uri="{FF2B5EF4-FFF2-40B4-BE49-F238E27FC236}">
                      <a16:creationId xmlns:a16="http://schemas.microsoft.com/office/drawing/2014/main" id="{938CE098-572F-76EF-44A4-7B8655A6A0CE}"/>
                    </a:ext>
                  </a:extLst>
                </p:cNvPr>
                <p:cNvCxnSpPr>
                  <a:cxnSpLocks/>
                  <a:stCxn id="426" idx="3"/>
                  <a:endCxn id="39" idx="2"/>
                </p:cNvCxnSpPr>
                <p:nvPr/>
              </p:nvCxnSpPr>
              <p:spPr>
                <a:xfrm flipV="1">
                  <a:off x="5615268" y="2819459"/>
                  <a:ext cx="217662" cy="65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Arrow Connector 78">
                  <a:extLst>
                    <a:ext uri="{FF2B5EF4-FFF2-40B4-BE49-F238E27FC236}">
                      <a16:creationId xmlns:a16="http://schemas.microsoft.com/office/drawing/2014/main" id="{FFD36481-AF8C-F16E-6767-6FB2A560A69C}"/>
                    </a:ext>
                  </a:extLst>
                </p:cNvPr>
                <p:cNvCxnSpPr>
                  <a:cxnSpLocks/>
                  <a:stCxn id="39" idx="6"/>
                  <a:endCxn id="453" idx="1"/>
                </p:cNvCxnSpPr>
                <p:nvPr/>
              </p:nvCxnSpPr>
              <p:spPr>
                <a:xfrm flipV="1">
                  <a:off x="6107250" y="2819205"/>
                  <a:ext cx="424868" cy="254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Arrow Connector 85">
                  <a:extLst>
                    <a:ext uri="{FF2B5EF4-FFF2-40B4-BE49-F238E27FC236}">
                      <a16:creationId xmlns:a16="http://schemas.microsoft.com/office/drawing/2014/main" id="{D51981D1-4049-4218-1B35-8EBB2AB179A1}"/>
                    </a:ext>
                  </a:extLst>
                </p:cNvPr>
                <p:cNvCxnSpPr>
                  <a:cxnSpLocks/>
                  <a:stCxn id="453" idx="3"/>
                  <a:endCxn id="458" idx="1"/>
                </p:cNvCxnSpPr>
                <p:nvPr/>
              </p:nvCxnSpPr>
              <p:spPr>
                <a:xfrm>
                  <a:off x="6778639" y="2819205"/>
                  <a:ext cx="209315" cy="1080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9" name="Flowchart: Or 88">
                  <a:extLst>
                    <a:ext uri="{FF2B5EF4-FFF2-40B4-BE49-F238E27FC236}">
                      <a16:creationId xmlns:a16="http://schemas.microsoft.com/office/drawing/2014/main" id="{1E295F4B-055D-7066-795A-501BD0059B65}"/>
                    </a:ext>
                  </a:extLst>
                </p:cNvPr>
                <p:cNvSpPr/>
                <p:nvPr/>
              </p:nvSpPr>
              <p:spPr>
                <a:xfrm>
                  <a:off x="7678895" y="2683949"/>
                  <a:ext cx="274320" cy="274320"/>
                </a:xfrm>
                <a:prstGeom prst="flowChartOr">
                  <a:avLst/>
                </a:prstGeom>
                <a:no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90" name="Straight Arrow Connector 89">
                  <a:extLst>
                    <a:ext uri="{FF2B5EF4-FFF2-40B4-BE49-F238E27FC236}">
                      <a16:creationId xmlns:a16="http://schemas.microsoft.com/office/drawing/2014/main" id="{8BC43C03-FE90-768A-4478-E3AA4DBF767D}"/>
                    </a:ext>
                  </a:extLst>
                </p:cNvPr>
                <p:cNvCxnSpPr>
                  <a:cxnSpLocks/>
                  <a:stCxn id="459" idx="3"/>
                  <a:endCxn id="89" idx="2"/>
                </p:cNvCxnSpPr>
                <p:nvPr/>
              </p:nvCxnSpPr>
              <p:spPr>
                <a:xfrm>
                  <a:off x="7468467" y="2820258"/>
                  <a:ext cx="210428" cy="851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Connector: Elbow 92">
                  <a:extLst>
                    <a:ext uri="{FF2B5EF4-FFF2-40B4-BE49-F238E27FC236}">
                      <a16:creationId xmlns:a16="http://schemas.microsoft.com/office/drawing/2014/main" id="{49180900-4D86-C68F-CA7B-FC609B37DB1B}"/>
                    </a:ext>
                  </a:extLst>
                </p:cNvPr>
                <p:cNvCxnSpPr>
                  <a:cxnSpLocks/>
                  <a:stCxn id="560" idx="0"/>
                  <a:endCxn id="89" idx="0"/>
                </p:cNvCxnSpPr>
                <p:nvPr/>
              </p:nvCxnSpPr>
              <p:spPr>
                <a:xfrm rot="16200000" flipH="1">
                  <a:off x="4585733" y="-546372"/>
                  <a:ext cx="878266" cy="5582377"/>
                </a:xfrm>
                <a:prstGeom prst="bentConnector3">
                  <a:avLst>
                    <a:gd name="adj1" fmla="val -26029"/>
                  </a:avLst>
                </a:prstGeom>
                <a:ln w="3175">
                  <a:solidFill>
                    <a:schemeClr val="tx1"/>
                  </a:solidFill>
                  <a:prstDash val="lgDashDot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Arrow Connector 102">
                  <a:extLst>
                    <a:ext uri="{FF2B5EF4-FFF2-40B4-BE49-F238E27FC236}">
                      <a16:creationId xmlns:a16="http://schemas.microsoft.com/office/drawing/2014/main" id="{3BA27234-89BB-6D14-B8AB-999ABF12CB7A}"/>
                    </a:ext>
                  </a:extLst>
                </p:cNvPr>
                <p:cNvCxnSpPr>
                  <a:cxnSpLocks/>
                  <a:stCxn id="89" idx="6"/>
                  <a:endCxn id="465" idx="1"/>
                </p:cNvCxnSpPr>
                <p:nvPr/>
              </p:nvCxnSpPr>
              <p:spPr>
                <a:xfrm>
                  <a:off x="7953215" y="2821109"/>
                  <a:ext cx="269539" cy="1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Straight Arrow Connector 117">
                  <a:extLst>
                    <a:ext uri="{FF2B5EF4-FFF2-40B4-BE49-F238E27FC236}">
                      <a16:creationId xmlns:a16="http://schemas.microsoft.com/office/drawing/2014/main" id="{F69F1B30-2898-C669-A094-728DB6B72279}"/>
                    </a:ext>
                  </a:extLst>
                </p:cNvPr>
                <p:cNvCxnSpPr>
                  <a:cxnSpLocks/>
                  <a:stCxn id="465" idx="3"/>
                  <a:endCxn id="486" idx="1"/>
                </p:cNvCxnSpPr>
                <p:nvPr/>
              </p:nvCxnSpPr>
              <p:spPr>
                <a:xfrm>
                  <a:off x="8469275" y="2821110"/>
                  <a:ext cx="231621" cy="197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1" name="Flowchart: Or 120">
                  <a:extLst>
                    <a:ext uri="{FF2B5EF4-FFF2-40B4-BE49-F238E27FC236}">
                      <a16:creationId xmlns:a16="http://schemas.microsoft.com/office/drawing/2014/main" id="{42E932AE-5C7F-6ABA-7E6B-157A8A9D94A6}"/>
                    </a:ext>
                  </a:extLst>
                </p:cNvPr>
                <p:cNvSpPr/>
                <p:nvPr/>
              </p:nvSpPr>
              <p:spPr>
                <a:xfrm>
                  <a:off x="9418482" y="2682296"/>
                  <a:ext cx="274320" cy="274320"/>
                </a:xfrm>
                <a:prstGeom prst="flowChartOr">
                  <a:avLst/>
                </a:prstGeom>
                <a:no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22" name="Straight Arrow Connector 121">
                  <a:extLst>
                    <a:ext uri="{FF2B5EF4-FFF2-40B4-BE49-F238E27FC236}">
                      <a16:creationId xmlns:a16="http://schemas.microsoft.com/office/drawing/2014/main" id="{BCF1561A-2F41-7D5F-7B8B-78A55387FF67}"/>
                    </a:ext>
                  </a:extLst>
                </p:cNvPr>
                <p:cNvCxnSpPr>
                  <a:cxnSpLocks/>
                  <a:stCxn id="487" idx="3"/>
                  <a:endCxn id="121" idx="2"/>
                </p:cNvCxnSpPr>
                <p:nvPr/>
              </p:nvCxnSpPr>
              <p:spPr>
                <a:xfrm flipV="1">
                  <a:off x="9177421" y="2819456"/>
                  <a:ext cx="241061" cy="201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Connector: Elbow 127">
                  <a:extLst>
                    <a:ext uri="{FF2B5EF4-FFF2-40B4-BE49-F238E27FC236}">
                      <a16:creationId xmlns:a16="http://schemas.microsoft.com/office/drawing/2014/main" id="{2B3FF73C-821B-C19D-1DEB-4A818A6A4338}"/>
                    </a:ext>
                  </a:extLst>
                </p:cNvPr>
                <p:cNvCxnSpPr>
                  <a:cxnSpLocks/>
                  <a:stCxn id="406" idx="0"/>
                  <a:endCxn id="121" idx="0"/>
                </p:cNvCxnSpPr>
                <p:nvPr/>
              </p:nvCxnSpPr>
              <p:spPr>
                <a:xfrm rot="16200000" flipH="1">
                  <a:off x="4947171" y="-1926175"/>
                  <a:ext cx="1169850" cy="8047092"/>
                </a:xfrm>
                <a:prstGeom prst="bentConnector3">
                  <a:avLst>
                    <a:gd name="adj1" fmla="val -19541"/>
                  </a:avLst>
                </a:prstGeom>
                <a:ln w="3175">
                  <a:solidFill>
                    <a:schemeClr val="tx1"/>
                  </a:solidFill>
                  <a:prstDash val="lgDashDot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9" name="Rectangle 158">
                  <a:extLst>
                    <a:ext uri="{FF2B5EF4-FFF2-40B4-BE49-F238E27FC236}">
                      <a16:creationId xmlns:a16="http://schemas.microsoft.com/office/drawing/2014/main" id="{6E2AFB4D-5B90-D4D3-71C4-5FB153190F6C}"/>
                    </a:ext>
                  </a:extLst>
                </p:cNvPr>
                <p:cNvSpPr/>
                <p:nvPr/>
              </p:nvSpPr>
              <p:spPr>
                <a:xfrm>
                  <a:off x="9900209" y="2260317"/>
                  <a:ext cx="210312" cy="1118681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31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dirty="0" err="1">
                      <a:solidFill>
                        <a:schemeClr val="tx1"/>
                      </a:solidFill>
                    </a:rPr>
                    <a:t>Concat</a:t>
                  </a:r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64" name="Straight Arrow Connector 163">
                  <a:extLst>
                    <a:ext uri="{FF2B5EF4-FFF2-40B4-BE49-F238E27FC236}">
                      <a16:creationId xmlns:a16="http://schemas.microsoft.com/office/drawing/2014/main" id="{C5A34A98-E726-3827-31F0-211E6655F69C}"/>
                    </a:ext>
                  </a:extLst>
                </p:cNvPr>
                <p:cNvCxnSpPr>
                  <a:cxnSpLocks/>
                  <a:stCxn id="121" idx="6"/>
                  <a:endCxn id="159" idx="1"/>
                </p:cNvCxnSpPr>
                <p:nvPr/>
              </p:nvCxnSpPr>
              <p:spPr>
                <a:xfrm>
                  <a:off x="9692802" y="2819456"/>
                  <a:ext cx="207407" cy="202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Connector: Elbow 199">
                  <a:extLst>
                    <a:ext uri="{FF2B5EF4-FFF2-40B4-BE49-F238E27FC236}">
                      <a16:creationId xmlns:a16="http://schemas.microsoft.com/office/drawing/2014/main" id="{30A6AC96-9146-8B77-DD3F-9E34F29FD4A3}"/>
                    </a:ext>
                  </a:extLst>
                </p:cNvPr>
                <p:cNvCxnSpPr>
                  <a:cxnSpLocks/>
                  <a:stCxn id="475" idx="2"/>
                  <a:endCxn id="159" idx="2"/>
                </p:cNvCxnSpPr>
                <p:nvPr/>
              </p:nvCxnSpPr>
              <p:spPr>
                <a:xfrm rot="5400000" flipH="1" flipV="1">
                  <a:off x="7509479" y="2165766"/>
                  <a:ext cx="1282653" cy="3709117"/>
                </a:xfrm>
                <a:prstGeom prst="bentConnector3">
                  <a:avLst>
                    <a:gd name="adj1" fmla="val -17822"/>
                  </a:avLst>
                </a:prstGeom>
                <a:ln w="3175">
                  <a:solidFill>
                    <a:schemeClr val="tx1"/>
                  </a:solidFill>
                  <a:prstDash val="lgDashDot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Connector: Elbow 213">
                  <a:extLst>
                    <a:ext uri="{FF2B5EF4-FFF2-40B4-BE49-F238E27FC236}">
                      <a16:creationId xmlns:a16="http://schemas.microsoft.com/office/drawing/2014/main" id="{319ACFEA-315D-DDD4-DB29-AD791F89F071}"/>
                    </a:ext>
                  </a:extLst>
                </p:cNvPr>
                <p:cNvCxnSpPr>
                  <a:cxnSpLocks/>
                  <a:stCxn id="510" idx="3"/>
                </p:cNvCxnSpPr>
                <p:nvPr/>
              </p:nvCxnSpPr>
              <p:spPr>
                <a:xfrm flipV="1">
                  <a:off x="8151325" y="3112549"/>
                  <a:ext cx="1748883" cy="1152788"/>
                </a:xfrm>
                <a:prstGeom prst="bentConnector3">
                  <a:avLst>
                    <a:gd name="adj1" fmla="val 90956"/>
                  </a:avLst>
                </a:prstGeom>
                <a:ln w="3175">
                  <a:solidFill>
                    <a:schemeClr val="tx1"/>
                  </a:solidFill>
                  <a:prstDash val="lgDashDot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Arrow Connector 219">
                  <a:extLst>
                    <a:ext uri="{FF2B5EF4-FFF2-40B4-BE49-F238E27FC236}">
                      <a16:creationId xmlns:a16="http://schemas.microsoft.com/office/drawing/2014/main" id="{06D0B932-3C46-33EF-0D59-A2B470A1A2F9}"/>
                    </a:ext>
                  </a:extLst>
                </p:cNvPr>
                <p:cNvCxnSpPr>
                  <a:cxnSpLocks/>
                  <a:stCxn id="159" idx="3"/>
                  <a:endCxn id="549" idx="1"/>
                </p:cNvCxnSpPr>
                <p:nvPr/>
              </p:nvCxnSpPr>
              <p:spPr>
                <a:xfrm flipV="1">
                  <a:off x="10110521" y="2819657"/>
                  <a:ext cx="260211" cy="1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Arrow Connector 226">
                  <a:extLst>
                    <a:ext uri="{FF2B5EF4-FFF2-40B4-BE49-F238E27FC236}">
                      <a16:creationId xmlns:a16="http://schemas.microsoft.com/office/drawing/2014/main" id="{EE2097AC-7A72-3526-ED91-48C784BF4B62}"/>
                    </a:ext>
                  </a:extLst>
                </p:cNvPr>
                <p:cNvCxnSpPr>
                  <a:cxnSpLocks/>
                  <a:stCxn id="549" idx="3"/>
                  <a:endCxn id="553" idx="1"/>
                </p:cNvCxnSpPr>
                <p:nvPr/>
              </p:nvCxnSpPr>
              <p:spPr>
                <a:xfrm>
                  <a:off x="10635909" y="2819657"/>
                  <a:ext cx="255261" cy="0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Arrow Connector 229">
                  <a:extLst>
                    <a:ext uri="{FF2B5EF4-FFF2-40B4-BE49-F238E27FC236}">
                      <a16:creationId xmlns:a16="http://schemas.microsoft.com/office/drawing/2014/main" id="{D6AC2E2C-97CA-F161-69D4-2DA70A3765FC}"/>
                    </a:ext>
                  </a:extLst>
                </p:cNvPr>
                <p:cNvCxnSpPr>
                  <a:cxnSpLocks/>
                  <a:stCxn id="553" idx="3"/>
                  <a:endCxn id="5" idx="1"/>
                </p:cNvCxnSpPr>
                <p:nvPr/>
              </p:nvCxnSpPr>
              <p:spPr>
                <a:xfrm>
                  <a:off x="11156347" y="2819657"/>
                  <a:ext cx="374401" cy="793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6" name="Rectangle 405">
                  <a:extLst>
                    <a:ext uri="{FF2B5EF4-FFF2-40B4-BE49-F238E27FC236}">
                      <a16:creationId xmlns:a16="http://schemas.microsoft.com/office/drawing/2014/main" id="{3176CC58-D814-E200-6C36-0639B0D535E4}"/>
                    </a:ext>
                  </a:extLst>
                </p:cNvPr>
                <p:cNvSpPr/>
                <p:nvPr/>
              </p:nvSpPr>
              <p:spPr>
                <a:xfrm>
                  <a:off x="1375961" y="1512446"/>
                  <a:ext cx="265177" cy="2633472"/>
                </a:xfrm>
                <a:prstGeom prst="rect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 w="31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</a:rPr>
                    <a:t>Conv</a:t>
                  </a:r>
                </a:p>
              </p:txBody>
            </p:sp>
            <p:grpSp>
              <p:nvGrpSpPr>
                <p:cNvPr id="414" name="Group 413">
                  <a:extLst>
                    <a:ext uri="{FF2B5EF4-FFF2-40B4-BE49-F238E27FC236}">
                      <a16:creationId xmlns:a16="http://schemas.microsoft.com/office/drawing/2014/main" id="{6314B405-3F0B-85E4-AF36-6EA721A10531}"/>
                    </a:ext>
                  </a:extLst>
                </p:cNvPr>
                <p:cNvGrpSpPr/>
                <p:nvPr/>
              </p:nvGrpSpPr>
              <p:grpSpPr>
                <a:xfrm>
                  <a:off x="2593659" y="2099394"/>
                  <a:ext cx="480513" cy="1444752"/>
                  <a:chOff x="1698322" y="4729723"/>
                  <a:chExt cx="480513" cy="897246"/>
                </a:xfrm>
              </p:grpSpPr>
              <p:sp>
                <p:nvSpPr>
                  <p:cNvPr id="415" name="Rectangle 414">
                    <a:extLst>
                      <a:ext uri="{FF2B5EF4-FFF2-40B4-BE49-F238E27FC236}">
                        <a16:creationId xmlns:a16="http://schemas.microsoft.com/office/drawing/2014/main" id="{4CD040D1-DE82-F3CF-FA58-E5F82CA8C6AA}"/>
                      </a:ext>
                    </a:extLst>
                  </p:cNvPr>
                  <p:cNvSpPr/>
                  <p:nvPr/>
                </p:nvSpPr>
                <p:spPr>
                  <a:xfrm>
                    <a:off x="1698322" y="4729723"/>
                    <a:ext cx="265176" cy="897246"/>
                  </a:xfrm>
                  <a:prstGeom prst="rect">
                    <a:avLst/>
                  </a:prstGeom>
                  <a:solidFill>
                    <a:schemeClr val="tx2">
                      <a:lumMod val="25000"/>
                      <a:lumOff val="75000"/>
                    </a:schemeClr>
                  </a:solidFill>
                  <a:ln w="3175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rtlCol="0" anchor="ctr"/>
                  <a:lstStyle/>
                  <a:p>
                    <a:pPr algn="ctr"/>
                    <a:r>
                      <a:rPr lang="en-US" sz="1600" dirty="0">
                        <a:solidFill>
                          <a:schemeClr val="tx1"/>
                        </a:solidFill>
                      </a:rPr>
                      <a:t>Conv</a:t>
                    </a:r>
                  </a:p>
                </p:txBody>
              </p:sp>
              <p:sp>
                <p:nvSpPr>
                  <p:cNvPr id="416" name="Rectangle 415">
                    <a:extLst>
                      <a:ext uri="{FF2B5EF4-FFF2-40B4-BE49-F238E27FC236}">
                        <a16:creationId xmlns:a16="http://schemas.microsoft.com/office/drawing/2014/main" id="{9A7874AA-E114-F040-3D03-2F58F1262753}"/>
                      </a:ext>
                    </a:extLst>
                  </p:cNvPr>
                  <p:cNvSpPr/>
                  <p:nvPr/>
                </p:nvSpPr>
                <p:spPr>
                  <a:xfrm>
                    <a:off x="1966448" y="4729723"/>
                    <a:ext cx="212387" cy="897246"/>
                  </a:xfrm>
                  <a:prstGeom prst="rect">
                    <a:avLst/>
                  </a:prstGeom>
                  <a:solidFill>
                    <a:srgbClr val="FFC000"/>
                  </a:solidFill>
                  <a:ln w="3175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rtlCol="0" anchor="ctr"/>
                  <a:lstStyle/>
                  <a:p>
                    <a:pPr algn="ctr"/>
                    <a:r>
                      <a:rPr lang="en-US" sz="1400" dirty="0">
                        <a:solidFill>
                          <a:schemeClr val="tx1"/>
                        </a:solidFill>
                      </a:rPr>
                      <a:t>ReLU</a:t>
                    </a:r>
                  </a:p>
                </p:txBody>
              </p:sp>
            </p:grpSp>
            <p:grpSp>
              <p:nvGrpSpPr>
                <p:cNvPr id="419" name="Group 418">
                  <a:extLst>
                    <a:ext uri="{FF2B5EF4-FFF2-40B4-BE49-F238E27FC236}">
                      <a16:creationId xmlns:a16="http://schemas.microsoft.com/office/drawing/2014/main" id="{4E09E111-CBDF-3B84-6DCE-C34192C1C445}"/>
                    </a:ext>
                  </a:extLst>
                </p:cNvPr>
                <p:cNvGrpSpPr/>
                <p:nvPr/>
              </p:nvGrpSpPr>
              <p:grpSpPr>
                <a:xfrm>
                  <a:off x="3294359" y="2396766"/>
                  <a:ext cx="480513" cy="851362"/>
                  <a:chOff x="1698322" y="4729723"/>
                  <a:chExt cx="480513" cy="897246"/>
                </a:xfrm>
              </p:grpSpPr>
              <p:sp>
                <p:nvSpPr>
                  <p:cNvPr id="420" name="Rectangle 419">
                    <a:extLst>
                      <a:ext uri="{FF2B5EF4-FFF2-40B4-BE49-F238E27FC236}">
                        <a16:creationId xmlns:a16="http://schemas.microsoft.com/office/drawing/2014/main" id="{AAE83BD2-47AE-C2D8-9056-82ECD6085076}"/>
                      </a:ext>
                    </a:extLst>
                  </p:cNvPr>
                  <p:cNvSpPr/>
                  <p:nvPr/>
                </p:nvSpPr>
                <p:spPr>
                  <a:xfrm>
                    <a:off x="1698322" y="4729723"/>
                    <a:ext cx="265176" cy="897246"/>
                  </a:xfrm>
                  <a:prstGeom prst="rect">
                    <a:avLst/>
                  </a:prstGeom>
                  <a:solidFill>
                    <a:schemeClr val="tx2">
                      <a:lumMod val="25000"/>
                      <a:lumOff val="75000"/>
                    </a:schemeClr>
                  </a:solidFill>
                  <a:ln w="3175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rtlCol="0" anchor="ctr"/>
                  <a:lstStyle/>
                  <a:p>
                    <a:pPr algn="ctr"/>
                    <a:r>
                      <a:rPr lang="en-US" sz="1600" dirty="0">
                        <a:solidFill>
                          <a:schemeClr val="tx1"/>
                        </a:solidFill>
                      </a:rPr>
                      <a:t>Conv</a:t>
                    </a:r>
                  </a:p>
                </p:txBody>
              </p:sp>
              <p:sp>
                <p:nvSpPr>
                  <p:cNvPr id="421" name="Rectangle 420">
                    <a:extLst>
                      <a:ext uri="{FF2B5EF4-FFF2-40B4-BE49-F238E27FC236}">
                        <a16:creationId xmlns:a16="http://schemas.microsoft.com/office/drawing/2014/main" id="{C6924DE7-5075-3F47-D69E-4434CB6AC7E0}"/>
                      </a:ext>
                    </a:extLst>
                  </p:cNvPr>
                  <p:cNvSpPr/>
                  <p:nvPr/>
                </p:nvSpPr>
                <p:spPr>
                  <a:xfrm>
                    <a:off x="1966448" y="4729723"/>
                    <a:ext cx="212387" cy="897246"/>
                  </a:xfrm>
                  <a:prstGeom prst="rect">
                    <a:avLst/>
                  </a:prstGeom>
                  <a:solidFill>
                    <a:srgbClr val="FFC000"/>
                  </a:solidFill>
                  <a:ln w="3175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rtlCol="0" anchor="ctr"/>
                  <a:lstStyle/>
                  <a:p>
                    <a:pPr algn="ctr"/>
                    <a:r>
                      <a:rPr lang="en-US" sz="1400" dirty="0">
                        <a:solidFill>
                          <a:schemeClr val="tx1"/>
                        </a:solidFill>
                      </a:rPr>
                      <a:t>ReLU</a:t>
                    </a:r>
                  </a:p>
                </p:txBody>
              </p:sp>
            </p:grpSp>
            <p:grpSp>
              <p:nvGrpSpPr>
                <p:cNvPr id="424" name="Group 423">
                  <a:extLst>
                    <a:ext uri="{FF2B5EF4-FFF2-40B4-BE49-F238E27FC236}">
                      <a16:creationId xmlns:a16="http://schemas.microsoft.com/office/drawing/2014/main" id="{0069CEB9-0927-783C-7F84-2B3B6FF505DA}"/>
                    </a:ext>
                  </a:extLst>
                </p:cNvPr>
                <p:cNvGrpSpPr/>
                <p:nvPr/>
              </p:nvGrpSpPr>
              <p:grpSpPr>
                <a:xfrm>
                  <a:off x="5134755" y="2097148"/>
                  <a:ext cx="480513" cy="1444752"/>
                  <a:chOff x="1698322" y="4729723"/>
                  <a:chExt cx="480513" cy="897246"/>
                </a:xfrm>
              </p:grpSpPr>
              <p:sp>
                <p:nvSpPr>
                  <p:cNvPr id="425" name="Rectangle 424">
                    <a:extLst>
                      <a:ext uri="{FF2B5EF4-FFF2-40B4-BE49-F238E27FC236}">
                        <a16:creationId xmlns:a16="http://schemas.microsoft.com/office/drawing/2014/main" id="{FCC990C2-34D0-6BA3-09D8-6511EA7A49FF}"/>
                      </a:ext>
                    </a:extLst>
                  </p:cNvPr>
                  <p:cNvSpPr/>
                  <p:nvPr/>
                </p:nvSpPr>
                <p:spPr>
                  <a:xfrm>
                    <a:off x="1698322" y="4729723"/>
                    <a:ext cx="265176" cy="897246"/>
                  </a:xfrm>
                  <a:prstGeom prst="rect">
                    <a:avLst/>
                  </a:prstGeom>
                  <a:solidFill>
                    <a:schemeClr val="tx2">
                      <a:lumMod val="25000"/>
                      <a:lumOff val="75000"/>
                    </a:schemeClr>
                  </a:solidFill>
                  <a:ln w="3175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rtlCol="0" anchor="ctr"/>
                  <a:lstStyle/>
                  <a:p>
                    <a:pPr algn="ctr"/>
                    <a:r>
                      <a:rPr lang="en-US" sz="1600" dirty="0">
                        <a:solidFill>
                          <a:schemeClr val="tx1"/>
                        </a:solidFill>
                      </a:rPr>
                      <a:t>Conv</a:t>
                    </a:r>
                  </a:p>
                </p:txBody>
              </p:sp>
              <p:sp>
                <p:nvSpPr>
                  <p:cNvPr id="426" name="Rectangle 425">
                    <a:extLst>
                      <a:ext uri="{FF2B5EF4-FFF2-40B4-BE49-F238E27FC236}">
                        <a16:creationId xmlns:a16="http://schemas.microsoft.com/office/drawing/2014/main" id="{2CEAED19-D5E4-CA4F-A995-FBC1F495E575}"/>
                      </a:ext>
                    </a:extLst>
                  </p:cNvPr>
                  <p:cNvSpPr/>
                  <p:nvPr/>
                </p:nvSpPr>
                <p:spPr>
                  <a:xfrm>
                    <a:off x="1966448" y="4729723"/>
                    <a:ext cx="212387" cy="897246"/>
                  </a:xfrm>
                  <a:prstGeom prst="rect">
                    <a:avLst/>
                  </a:prstGeom>
                  <a:solidFill>
                    <a:srgbClr val="FFC000"/>
                  </a:solidFill>
                  <a:ln w="3175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rtlCol="0" anchor="ctr"/>
                  <a:lstStyle/>
                  <a:p>
                    <a:pPr algn="ctr"/>
                    <a:r>
                      <a:rPr lang="en-US" sz="1400" dirty="0">
                        <a:solidFill>
                          <a:schemeClr val="tx1"/>
                        </a:solidFill>
                      </a:rPr>
                      <a:t>ReLU</a:t>
                    </a:r>
                  </a:p>
                </p:txBody>
              </p:sp>
            </p:grpSp>
            <p:sp>
              <p:nvSpPr>
                <p:cNvPr id="453" name="Rectangle 452">
                  <a:extLst>
                    <a:ext uri="{FF2B5EF4-FFF2-40B4-BE49-F238E27FC236}">
                      <a16:creationId xmlns:a16="http://schemas.microsoft.com/office/drawing/2014/main" id="{943BAFE0-6AFE-C38F-A34D-564B4B115E03}"/>
                    </a:ext>
                  </a:extLst>
                </p:cNvPr>
                <p:cNvSpPr/>
                <p:nvPr/>
              </p:nvSpPr>
              <p:spPr>
                <a:xfrm>
                  <a:off x="6532118" y="2293206"/>
                  <a:ext cx="246521" cy="1051997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31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dirty="0" err="1">
                      <a:solidFill>
                        <a:schemeClr val="tx1"/>
                      </a:solidFill>
                    </a:rPr>
                    <a:t>Upsample</a:t>
                  </a:r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457" name="Group 456">
                  <a:extLst>
                    <a:ext uri="{FF2B5EF4-FFF2-40B4-BE49-F238E27FC236}">
                      <a16:creationId xmlns:a16="http://schemas.microsoft.com/office/drawing/2014/main" id="{28EDDEF8-B185-29EE-AD98-CC268851D032}"/>
                    </a:ext>
                  </a:extLst>
                </p:cNvPr>
                <p:cNvGrpSpPr/>
                <p:nvPr/>
              </p:nvGrpSpPr>
              <p:grpSpPr>
                <a:xfrm>
                  <a:off x="6987954" y="1800704"/>
                  <a:ext cx="480513" cy="2039135"/>
                  <a:chOff x="1698322" y="4729723"/>
                  <a:chExt cx="480513" cy="897258"/>
                </a:xfrm>
              </p:grpSpPr>
              <p:sp>
                <p:nvSpPr>
                  <p:cNvPr id="458" name="Rectangle 457">
                    <a:extLst>
                      <a:ext uri="{FF2B5EF4-FFF2-40B4-BE49-F238E27FC236}">
                        <a16:creationId xmlns:a16="http://schemas.microsoft.com/office/drawing/2014/main" id="{8B8DFF17-A1BA-4A36-72EE-B8AC5F21B0EB}"/>
                      </a:ext>
                    </a:extLst>
                  </p:cNvPr>
                  <p:cNvSpPr/>
                  <p:nvPr/>
                </p:nvSpPr>
                <p:spPr>
                  <a:xfrm>
                    <a:off x="1698322" y="4729735"/>
                    <a:ext cx="265176" cy="897246"/>
                  </a:xfrm>
                  <a:prstGeom prst="rect">
                    <a:avLst/>
                  </a:prstGeom>
                  <a:solidFill>
                    <a:schemeClr val="tx2">
                      <a:lumMod val="25000"/>
                      <a:lumOff val="75000"/>
                    </a:schemeClr>
                  </a:solidFill>
                  <a:ln w="3175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rtlCol="0" anchor="ctr"/>
                  <a:lstStyle/>
                  <a:p>
                    <a:pPr algn="ctr"/>
                    <a:r>
                      <a:rPr lang="en-US" sz="1600" dirty="0">
                        <a:solidFill>
                          <a:schemeClr val="tx1"/>
                        </a:solidFill>
                      </a:rPr>
                      <a:t>Conv</a:t>
                    </a:r>
                  </a:p>
                </p:txBody>
              </p:sp>
              <p:sp>
                <p:nvSpPr>
                  <p:cNvPr id="459" name="Rectangle 458">
                    <a:extLst>
                      <a:ext uri="{FF2B5EF4-FFF2-40B4-BE49-F238E27FC236}">
                        <a16:creationId xmlns:a16="http://schemas.microsoft.com/office/drawing/2014/main" id="{C31E2419-F6D5-DC6C-51F6-B3E2DA9CD847}"/>
                      </a:ext>
                    </a:extLst>
                  </p:cNvPr>
                  <p:cNvSpPr/>
                  <p:nvPr/>
                </p:nvSpPr>
                <p:spPr>
                  <a:xfrm>
                    <a:off x="1966448" y="4729723"/>
                    <a:ext cx="212387" cy="897246"/>
                  </a:xfrm>
                  <a:prstGeom prst="rect">
                    <a:avLst/>
                  </a:prstGeom>
                  <a:solidFill>
                    <a:srgbClr val="FFC000"/>
                  </a:solidFill>
                  <a:ln w="3175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rtlCol="0" anchor="ctr"/>
                  <a:lstStyle/>
                  <a:p>
                    <a:pPr algn="ctr"/>
                    <a:r>
                      <a:rPr lang="en-US" sz="1400" dirty="0">
                        <a:solidFill>
                          <a:schemeClr val="tx1"/>
                        </a:solidFill>
                      </a:rPr>
                      <a:t>ReLU</a:t>
                    </a:r>
                  </a:p>
                </p:txBody>
              </p:sp>
            </p:grpSp>
            <p:sp>
              <p:nvSpPr>
                <p:cNvPr id="465" name="Rectangle 464">
                  <a:extLst>
                    <a:ext uri="{FF2B5EF4-FFF2-40B4-BE49-F238E27FC236}">
                      <a16:creationId xmlns:a16="http://schemas.microsoft.com/office/drawing/2014/main" id="{4A279622-445E-C45E-06DC-CA5C0A6FBF2D}"/>
                    </a:ext>
                  </a:extLst>
                </p:cNvPr>
                <p:cNvSpPr/>
                <p:nvPr/>
              </p:nvSpPr>
              <p:spPr>
                <a:xfrm>
                  <a:off x="8222754" y="2295111"/>
                  <a:ext cx="246521" cy="1051997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31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dirty="0" err="1">
                      <a:solidFill>
                        <a:schemeClr val="tx1"/>
                      </a:solidFill>
                    </a:rPr>
                    <a:t>Upsample</a:t>
                  </a:r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5" name="Rectangle 474">
                  <a:extLst>
                    <a:ext uri="{FF2B5EF4-FFF2-40B4-BE49-F238E27FC236}">
                      <a16:creationId xmlns:a16="http://schemas.microsoft.com/office/drawing/2014/main" id="{63CE1BD7-81FC-81FF-9DFA-0D4B535C7F41}"/>
                    </a:ext>
                  </a:extLst>
                </p:cNvPr>
                <p:cNvSpPr/>
                <p:nvPr/>
              </p:nvSpPr>
              <p:spPr>
                <a:xfrm>
                  <a:off x="6190054" y="3869023"/>
                  <a:ext cx="212387" cy="792628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 w="31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</a:rPr>
                    <a:t>Resize</a:t>
                  </a:r>
                </a:p>
              </p:txBody>
            </p:sp>
            <p:grpSp>
              <p:nvGrpSpPr>
                <p:cNvPr id="488" name="Group 487">
                  <a:extLst>
                    <a:ext uri="{FF2B5EF4-FFF2-40B4-BE49-F238E27FC236}">
                      <a16:creationId xmlns:a16="http://schemas.microsoft.com/office/drawing/2014/main" id="{9F32A269-3A2D-61ED-C214-2FFABD42F7FA}"/>
                    </a:ext>
                  </a:extLst>
                </p:cNvPr>
                <p:cNvGrpSpPr/>
                <p:nvPr/>
              </p:nvGrpSpPr>
              <p:grpSpPr>
                <a:xfrm>
                  <a:off x="8700896" y="1502921"/>
                  <a:ext cx="476525" cy="2635122"/>
                  <a:chOff x="2005571" y="3536805"/>
                  <a:chExt cx="476525" cy="2635122"/>
                </a:xfrm>
              </p:grpSpPr>
              <p:sp>
                <p:nvSpPr>
                  <p:cNvPr id="486" name="Rectangle 485">
                    <a:extLst>
                      <a:ext uri="{FF2B5EF4-FFF2-40B4-BE49-F238E27FC236}">
                        <a16:creationId xmlns:a16="http://schemas.microsoft.com/office/drawing/2014/main" id="{B76649C0-77DA-37F1-FD0A-3CC61E43EDFD}"/>
                      </a:ext>
                    </a:extLst>
                  </p:cNvPr>
                  <p:cNvSpPr/>
                  <p:nvPr/>
                </p:nvSpPr>
                <p:spPr>
                  <a:xfrm>
                    <a:off x="2005571" y="3538455"/>
                    <a:ext cx="265177" cy="2633472"/>
                  </a:xfrm>
                  <a:prstGeom prst="rect">
                    <a:avLst/>
                  </a:prstGeom>
                  <a:solidFill>
                    <a:schemeClr val="tx2">
                      <a:lumMod val="25000"/>
                      <a:lumOff val="75000"/>
                    </a:schemeClr>
                  </a:solidFill>
                  <a:ln w="3175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rtlCol="0" anchor="ctr"/>
                  <a:lstStyle/>
                  <a:p>
                    <a:pPr algn="ctr"/>
                    <a:r>
                      <a:rPr lang="en-US" sz="1600" dirty="0">
                        <a:solidFill>
                          <a:schemeClr val="tx1"/>
                        </a:solidFill>
                      </a:rPr>
                      <a:t>Conv</a:t>
                    </a:r>
                  </a:p>
                </p:txBody>
              </p:sp>
              <p:sp>
                <p:nvSpPr>
                  <p:cNvPr id="487" name="Rectangle 486">
                    <a:extLst>
                      <a:ext uri="{FF2B5EF4-FFF2-40B4-BE49-F238E27FC236}">
                        <a16:creationId xmlns:a16="http://schemas.microsoft.com/office/drawing/2014/main" id="{B3E929CE-3AC0-83E0-C1FD-64EA9CBC1814}"/>
                      </a:ext>
                    </a:extLst>
                  </p:cNvPr>
                  <p:cNvSpPr/>
                  <p:nvPr/>
                </p:nvSpPr>
                <p:spPr>
                  <a:xfrm>
                    <a:off x="2271784" y="3536805"/>
                    <a:ext cx="210312" cy="2633472"/>
                  </a:xfrm>
                  <a:prstGeom prst="rect">
                    <a:avLst/>
                  </a:prstGeom>
                  <a:solidFill>
                    <a:srgbClr val="FFC000"/>
                  </a:solidFill>
                  <a:ln w="3175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rtlCol="0" anchor="ctr"/>
                  <a:lstStyle/>
                  <a:p>
                    <a:pPr algn="ctr"/>
                    <a:r>
                      <a:rPr lang="en-US" sz="1400" dirty="0">
                        <a:solidFill>
                          <a:schemeClr val="tx1"/>
                        </a:solidFill>
                      </a:rPr>
                      <a:t>ReLU</a:t>
                    </a:r>
                  </a:p>
                </p:txBody>
              </p:sp>
            </p:grpSp>
            <p:sp>
              <p:nvSpPr>
                <p:cNvPr id="510" name="Rectangle 509">
                  <a:extLst>
                    <a:ext uri="{FF2B5EF4-FFF2-40B4-BE49-F238E27FC236}">
                      <a16:creationId xmlns:a16="http://schemas.microsoft.com/office/drawing/2014/main" id="{0B8E6D4A-640B-1E0F-E28D-7CC263F13BAC}"/>
                    </a:ext>
                  </a:extLst>
                </p:cNvPr>
                <p:cNvSpPr/>
                <p:nvPr/>
              </p:nvSpPr>
              <p:spPr>
                <a:xfrm>
                  <a:off x="7938938" y="3869023"/>
                  <a:ext cx="212387" cy="792628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 w="31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</a:rPr>
                    <a:t>Resize</a:t>
                  </a:r>
                </a:p>
              </p:txBody>
            </p:sp>
            <p:cxnSp>
              <p:nvCxnSpPr>
                <p:cNvPr id="529" name="Straight Arrow Connector 528">
                  <a:extLst>
                    <a:ext uri="{FF2B5EF4-FFF2-40B4-BE49-F238E27FC236}">
                      <a16:creationId xmlns:a16="http://schemas.microsoft.com/office/drawing/2014/main" id="{1333D6AD-C691-A345-4D8C-3AB53FF9ACE3}"/>
                    </a:ext>
                  </a:extLst>
                </p:cNvPr>
                <p:cNvCxnSpPr>
                  <a:cxnSpLocks/>
                  <a:endCxn id="510" idx="0"/>
                </p:cNvCxnSpPr>
                <p:nvPr/>
              </p:nvCxnSpPr>
              <p:spPr>
                <a:xfrm>
                  <a:off x="8045131" y="2819204"/>
                  <a:ext cx="1" cy="1049819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8" name="Straight Arrow Connector 537">
                  <a:extLst>
                    <a:ext uri="{FF2B5EF4-FFF2-40B4-BE49-F238E27FC236}">
                      <a16:creationId xmlns:a16="http://schemas.microsoft.com/office/drawing/2014/main" id="{348CFBC8-1B42-26A9-FB57-EE69360D3530}"/>
                    </a:ext>
                  </a:extLst>
                </p:cNvPr>
                <p:cNvCxnSpPr>
                  <a:cxnSpLocks/>
                  <a:endCxn id="475" idx="0"/>
                </p:cNvCxnSpPr>
                <p:nvPr/>
              </p:nvCxnSpPr>
              <p:spPr>
                <a:xfrm>
                  <a:off x="6296247" y="2819204"/>
                  <a:ext cx="1" cy="1049819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9" name="Rectangle 548">
                  <a:extLst>
                    <a:ext uri="{FF2B5EF4-FFF2-40B4-BE49-F238E27FC236}">
                      <a16:creationId xmlns:a16="http://schemas.microsoft.com/office/drawing/2014/main" id="{A982C36A-028F-7403-AA17-6B79775BD667}"/>
                    </a:ext>
                  </a:extLst>
                </p:cNvPr>
                <p:cNvSpPr/>
                <p:nvPr/>
              </p:nvSpPr>
              <p:spPr>
                <a:xfrm>
                  <a:off x="10370732" y="1502921"/>
                  <a:ext cx="265177" cy="2633472"/>
                </a:xfrm>
                <a:prstGeom prst="rect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 w="31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</a:rPr>
                    <a:t>Conv</a:t>
                  </a:r>
                </a:p>
              </p:txBody>
            </p:sp>
            <p:sp>
              <p:nvSpPr>
                <p:cNvPr id="553" name="Rectangle 552">
                  <a:extLst>
                    <a:ext uri="{FF2B5EF4-FFF2-40B4-BE49-F238E27FC236}">
                      <a16:creationId xmlns:a16="http://schemas.microsoft.com/office/drawing/2014/main" id="{460858B4-10DB-52C4-2EB2-C4F0272EC239}"/>
                    </a:ext>
                  </a:extLst>
                </p:cNvPr>
                <p:cNvSpPr/>
                <p:nvPr/>
              </p:nvSpPr>
              <p:spPr>
                <a:xfrm>
                  <a:off x="10891170" y="1502921"/>
                  <a:ext cx="265177" cy="2633472"/>
                </a:xfrm>
                <a:prstGeom prst="rect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 w="31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</a:rPr>
                    <a:t>Conv</a:t>
                  </a:r>
                </a:p>
              </p:txBody>
            </p:sp>
            <p:grpSp>
              <p:nvGrpSpPr>
                <p:cNvPr id="558" name="Group 557">
                  <a:extLst>
                    <a:ext uri="{FF2B5EF4-FFF2-40B4-BE49-F238E27FC236}">
                      <a16:creationId xmlns:a16="http://schemas.microsoft.com/office/drawing/2014/main" id="{A96F064A-B334-B589-8AFA-1D8F8B5F712F}"/>
                    </a:ext>
                  </a:extLst>
                </p:cNvPr>
                <p:cNvGrpSpPr/>
                <p:nvPr/>
              </p:nvGrpSpPr>
              <p:grpSpPr>
                <a:xfrm>
                  <a:off x="1859358" y="1805683"/>
                  <a:ext cx="480513" cy="2039112"/>
                  <a:chOff x="1698322" y="4729723"/>
                  <a:chExt cx="480513" cy="897246"/>
                </a:xfrm>
              </p:grpSpPr>
              <p:sp>
                <p:nvSpPr>
                  <p:cNvPr id="559" name="Rectangle 558">
                    <a:extLst>
                      <a:ext uri="{FF2B5EF4-FFF2-40B4-BE49-F238E27FC236}">
                        <a16:creationId xmlns:a16="http://schemas.microsoft.com/office/drawing/2014/main" id="{4003C111-630C-58D4-42F9-BB7E226DB456}"/>
                      </a:ext>
                    </a:extLst>
                  </p:cNvPr>
                  <p:cNvSpPr/>
                  <p:nvPr/>
                </p:nvSpPr>
                <p:spPr>
                  <a:xfrm>
                    <a:off x="1698322" y="4729723"/>
                    <a:ext cx="265176" cy="897246"/>
                  </a:xfrm>
                  <a:prstGeom prst="rect">
                    <a:avLst/>
                  </a:prstGeom>
                  <a:solidFill>
                    <a:schemeClr val="tx2">
                      <a:lumMod val="25000"/>
                      <a:lumOff val="75000"/>
                    </a:schemeClr>
                  </a:solidFill>
                  <a:ln w="3175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rtlCol="0" anchor="ctr"/>
                  <a:lstStyle/>
                  <a:p>
                    <a:pPr algn="ctr"/>
                    <a:r>
                      <a:rPr lang="en-US" sz="1600" dirty="0">
                        <a:solidFill>
                          <a:schemeClr val="tx1"/>
                        </a:solidFill>
                      </a:rPr>
                      <a:t>Conv</a:t>
                    </a:r>
                  </a:p>
                </p:txBody>
              </p:sp>
              <p:sp>
                <p:nvSpPr>
                  <p:cNvPr id="560" name="Rectangle 559">
                    <a:extLst>
                      <a:ext uri="{FF2B5EF4-FFF2-40B4-BE49-F238E27FC236}">
                        <a16:creationId xmlns:a16="http://schemas.microsoft.com/office/drawing/2014/main" id="{C4184979-9E5D-2046-166B-079C48273AA6}"/>
                      </a:ext>
                    </a:extLst>
                  </p:cNvPr>
                  <p:cNvSpPr/>
                  <p:nvPr/>
                </p:nvSpPr>
                <p:spPr>
                  <a:xfrm>
                    <a:off x="1966448" y="4729723"/>
                    <a:ext cx="212387" cy="897246"/>
                  </a:xfrm>
                  <a:prstGeom prst="rect">
                    <a:avLst/>
                  </a:prstGeom>
                  <a:solidFill>
                    <a:srgbClr val="FFC000"/>
                  </a:solidFill>
                  <a:ln w="3175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270" rtlCol="0" anchor="ctr"/>
                  <a:lstStyle/>
                  <a:p>
                    <a:pPr algn="ctr"/>
                    <a:r>
                      <a:rPr lang="en-US" sz="1400" dirty="0">
                        <a:solidFill>
                          <a:schemeClr val="tx1"/>
                        </a:solidFill>
                      </a:rPr>
                      <a:t>ReLU</a:t>
                    </a:r>
                  </a:p>
                </p:txBody>
              </p:sp>
            </p:grpSp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3325DFAD-5B94-7958-F436-3B98D0EE5A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1530748" y="2472978"/>
                  <a:ext cx="907536" cy="694944"/>
                </a:xfrm>
                <a:prstGeom prst="rect">
                  <a:avLst/>
                </a:prstGeom>
              </p:spPr>
            </p:pic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9B0D2AC9-F9C3-914F-9945-219FAFA7BA02}"/>
                      </a:ext>
                    </a:extLst>
                  </p:cNvPr>
                  <p:cNvSpPr txBox="1"/>
                  <p:nvPr/>
                </p:nvSpPr>
                <p:spPr>
                  <a:xfrm>
                    <a:off x="11865413" y="2121817"/>
                    <a:ext cx="23820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9B0D2AC9-F9C3-914F-9945-219FAFA7BA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865413" y="2121817"/>
                    <a:ext cx="238206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2500" r="-10000" b="-173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ED3A2E59-F2A2-93B7-2B75-288FF19FE03A}"/>
                      </a:ext>
                    </a:extLst>
                  </p:cNvPr>
                  <p:cNvSpPr txBox="1"/>
                  <p:nvPr/>
                </p:nvSpPr>
                <p:spPr>
                  <a:xfrm>
                    <a:off x="-175341" y="1373945"/>
                    <a:ext cx="500393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𝑙𝑜𝑤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ED3A2E59-F2A2-93B7-2B75-288FF19FE0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75341" y="1373945"/>
                    <a:ext cx="500393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0976" r="-4878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89DBAE4D-E258-4D9F-FE18-069C0C886853}"/>
                      </a:ext>
                    </a:extLst>
                  </p:cNvPr>
                  <p:cNvSpPr txBox="1"/>
                  <p:nvPr/>
                </p:nvSpPr>
                <p:spPr>
                  <a:xfrm>
                    <a:off x="-214278" y="3834206"/>
                    <a:ext cx="43152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𝑙𝑜𝑤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89DBAE4D-E258-4D9F-FE18-069C0C8868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214278" y="3834206"/>
                    <a:ext cx="431528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4085" r="-5634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AFDD168-2758-2E93-1C20-BA62947BC972}"/>
                </a:ext>
              </a:extLst>
            </p:cNvPr>
            <p:cNvGrpSpPr/>
            <p:nvPr/>
          </p:nvGrpSpPr>
          <p:grpSpPr>
            <a:xfrm>
              <a:off x="-454152" y="1768629"/>
              <a:ext cx="1046638" cy="851699"/>
              <a:chOff x="9651234" y="1522318"/>
              <a:chExt cx="1046638" cy="851699"/>
            </a:xfrm>
          </p:grpSpPr>
          <p:pic>
            <p:nvPicPr>
              <p:cNvPr id="14" name="Picture 13" descr="Several colorful shapes and numbers&#10;&#10;AI-generated content may be incorrect.">
                <a:extLst>
                  <a:ext uri="{FF2B5EF4-FFF2-40B4-BE49-F238E27FC236}">
                    <a16:creationId xmlns:a16="http://schemas.microsoft.com/office/drawing/2014/main" id="{753D1822-1A85-AE46-BE2E-38A2F5DAA3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0" t="724" r="950" b="1265"/>
              <a:stretch/>
            </p:blipFill>
            <p:spPr>
              <a:xfrm>
                <a:off x="9783472" y="1522318"/>
                <a:ext cx="914400" cy="696085"/>
              </a:xfrm>
              <a:prstGeom prst="rect">
                <a:avLst/>
              </a:prstGeom>
            </p:spPr>
          </p:pic>
          <p:pic>
            <p:nvPicPr>
              <p:cNvPr id="16" name="Picture 15" descr="Several colorful shapes and numbers&#10;&#10;AI-generated content may be incorrect.">
                <a:extLst>
                  <a:ext uri="{FF2B5EF4-FFF2-40B4-BE49-F238E27FC236}">
                    <a16:creationId xmlns:a16="http://schemas.microsoft.com/office/drawing/2014/main" id="{4105EADA-34EF-25A2-5F85-59B8397DFA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0" t="724" r="950" b="1265"/>
              <a:stretch/>
            </p:blipFill>
            <p:spPr>
              <a:xfrm>
                <a:off x="9712104" y="1603184"/>
                <a:ext cx="914400" cy="696085"/>
              </a:xfrm>
              <a:prstGeom prst="rect">
                <a:avLst/>
              </a:prstGeom>
            </p:spPr>
          </p:pic>
          <p:pic>
            <p:nvPicPr>
              <p:cNvPr id="17" name="Picture 16" descr="Several colorful shapes and numbers&#10;&#10;AI-generated content may be incorrect.">
                <a:extLst>
                  <a:ext uri="{FF2B5EF4-FFF2-40B4-BE49-F238E27FC236}">
                    <a16:creationId xmlns:a16="http://schemas.microsoft.com/office/drawing/2014/main" id="{EA273784-8B40-5422-8E3B-4FAE34889B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0" t="724" r="950" b="1265"/>
              <a:stretch/>
            </p:blipFill>
            <p:spPr>
              <a:xfrm>
                <a:off x="9651234" y="1677932"/>
                <a:ext cx="914400" cy="696085"/>
              </a:xfrm>
              <a:prstGeom prst="rect">
                <a:avLst/>
              </a:prstGeom>
            </p:spPr>
          </p:pic>
        </p:grpSp>
        <p:pic>
          <p:nvPicPr>
            <p:cNvPr id="18" name="Picture 17" descr="A group of white letters and numbers&#10;&#10;AI-generated content may be incorrect.">
              <a:extLst>
                <a:ext uri="{FF2B5EF4-FFF2-40B4-BE49-F238E27FC236}">
                  <a16:creationId xmlns:a16="http://schemas.microsoft.com/office/drawing/2014/main" id="{6FDFBE7D-3ECA-007A-30E8-335725769B6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0" t="1359" r="875" b="1172"/>
            <a:stretch/>
          </p:blipFill>
          <p:spPr>
            <a:xfrm>
              <a:off x="-454152" y="3052890"/>
              <a:ext cx="914400" cy="6917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57638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CE654-8B7F-DBE8-ABDB-E9F73EC94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11E11800-AF2B-5FFB-2AF1-D54CF5A74A3E}"/>
              </a:ext>
            </a:extLst>
          </p:cNvPr>
          <p:cNvGrpSpPr/>
          <p:nvPr/>
        </p:nvGrpSpPr>
        <p:grpSpPr>
          <a:xfrm>
            <a:off x="43106" y="1686625"/>
            <a:ext cx="11928830" cy="2508561"/>
            <a:chOff x="43106" y="1686625"/>
            <a:chExt cx="11928830" cy="250856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72852F7-C966-B156-E883-80F1A4736ADC}"/>
                </a:ext>
              </a:extLst>
            </p:cNvPr>
            <p:cNvGrpSpPr/>
            <p:nvPr/>
          </p:nvGrpSpPr>
          <p:grpSpPr>
            <a:xfrm>
              <a:off x="1100106" y="1686625"/>
              <a:ext cx="10871830" cy="2508561"/>
              <a:chOff x="1100106" y="1686625"/>
              <a:chExt cx="10871830" cy="2508561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07028C01-9A0E-C94B-1A74-A4027F114C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bright="30000" contrast="2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1064400" y="2522860"/>
                <a:ext cx="907536" cy="694944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A10ACB33-0D99-6089-18D7-90A8801E86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bright="30000" contrast="2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0963678" y="2603312"/>
                <a:ext cx="907536" cy="694944"/>
              </a:xfrm>
              <a:prstGeom prst="rect">
                <a:avLst/>
              </a:prstGeom>
            </p:spPr>
          </p:pic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668D01E8-3FB0-86D5-F519-1020316BD615}"/>
                  </a:ext>
                </a:extLst>
              </p:cNvPr>
              <p:cNvGrpSpPr/>
              <p:nvPr/>
            </p:nvGrpSpPr>
            <p:grpSpPr>
              <a:xfrm>
                <a:off x="1100106" y="1686625"/>
                <a:ext cx="10376918" cy="2508561"/>
                <a:chOff x="1100106" y="1686625"/>
                <a:chExt cx="10376918" cy="2508561"/>
              </a:xfrm>
            </p:grpSpPr>
            <p:cxnSp>
              <p:nvCxnSpPr>
                <p:cNvPr id="86" name="Connector: Elbow 33">
                  <a:extLst>
                    <a:ext uri="{FF2B5EF4-FFF2-40B4-BE49-F238E27FC236}">
                      <a16:creationId xmlns:a16="http://schemas.microsoft.com/office/drawing/2014/main" id="{A2BF321D-BF8F-17D3-6879-546CD6557B13}"/>
                    </a:ext>
                  </a:extLst>
                </p:cNvPr>
                <p:cNvCxnSpPr>
                  <a:cxnSpLocks/>
                  <a:stCxn id="20" idx="3"/>
                </p:cNvCxnSpPr>
                <p:nvPr/>
              </p:nvCxnSpPr>
              <p:spPr>
                <a:xfrm>
                  <a:off x="5240965" y="2511480"/>
                  <a:ext cx="449095" cy="375407"/>
                </a:xfrm>
                <a:prstGeom prst="bentConnector3">
                  <a:avLst>
                    <a:gd name="adj1" fmla="val 50000"/>
                  </a:avLst>
                </a:prstGeom>
                <a:ln w="31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D38757E0-3385-8674-5CB3-09EC5235E6B8}"/>
                    </a:ext>
                  </a:extLst>
                </p:cNvPr>
                <p:cNvSpPr/>
                <p:nvPr/>
              </p:nvSpPr>
              <p:spPr>
                <a:xfrm>
                  <a:off x="1549467" y="2309919"/>
                  <a:ext cx="2199108" cy="1412865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31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</a:rPr>
                    <a:t>Decomposition Network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8B2C4985-7FC6-4FEF-CAC3-1340D008D47F}"/>
                    </a:ext>
                  </a:extLst>
                </p:cNvPr>
                <p:cNvSpPr/>
                <p:nvPr/>
              </p:nvSpPr>
              <p:spPr>
                <a:xfrm>
                  <a:off x="5690060" y="2326313"/>
                  <a:ext cx="2199108" cy="141732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31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/>
                      </a:solidFill>
                    </a:rPr>
                    <a:t>Illumination Adjustment Network</a:t>
                  </a: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6" name="TextBox 25">
                      <a:extLst>
                        <a:ext uri="{FF2B5EF4-FFF2-40B4-BE49-F238E27FC236}">
                          <a16:creationId xmlns:a16="http://schemas.microsoft.com/office/drawing/2014/main" id="{5AF1F5DD-7A9E-E53B-C7A5-4F153349558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53355" y="3918187"/>
                      <a:ext cx="43152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𝑙𝑜𝑤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26" name="TextBox 25">
                      <a:extLst>
                        <a:ext uri="{FF2B5EF4-FFF2-40B4-BE49-F238E27FC236}">
                          <a16:creationId xmlns:a16="http://schemas.microsoft.com/office/drawing/2014/main" id="{5AF1F5DD-7A9E-E53B-C7A5-4F153349558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53355" y="3918187"/>
                      <a:ext cx="431528" cy="27699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14085" r="-5634" b="-1777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3B17B387-D242-3E8D-F128-A2F35013911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65075" y="1686625"/>
                      <a:ext cx="500393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𝑙𝑜𝑤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3B17B387-D242-3E8D-F128-A2F35013911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65075" y="1686625"/>
                      <a:ext cx="500393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12195" r="-4878" b="-1777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111" name="Group 110">
                  <a:extLst>
                    <a:ext uri="{FF2B5EF4-FFF2-40B4-BE49-F238E27FC236}">
                      <a16:creationId xmlns:a16="http://schemas.microsoft.com/office/drawing/2014/main" id="{FDA3245B-CF0A-D788-3ED3-38A319F29F15}"/>
                    </a:ext>
                  </a:extLst>
                </p:cNvPr>
                <p:cNvGrpSpPr/>
                <p:nvPr/>
              </p:nvGrpSpPr>
              <p:grpSpPr>
                <a:xfrm>
                  <a:off x="8406617" y="2272859"/>
                  <a:ext cx="907536" cy="1109855"/>
                  <a:chOff x="8406617" y="2252221"/>
                  <a:chExt cx="907536" cy="1109855"/>
                </a:xfrm>
              </p:grpSpPr>
              <p:pic>
                <p:nvPicPr>
                  <p:cNvPr id="30" name="Picture 29">
                    <a:extLst>
                      <a:ext uri="{FF2B5EF4-FFF2-40B4-BE49-F238E27FC236}">
                        <a16:creationId xmlns:a16="http://schemas.microsoft.com/office/drawing/2014/main" id="{32C5B79E-9A19-5BC5-A852-79CE9D0991D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8406617" y="2667132"/>
                    <a:ext cx="907536" cy="694944"/>
                  </a:xfrm>
                  <a:prstGeom prst="rect">
                    <a:avLst/>
                  </a:prstGeom>
                </p:spPr>
              </p:pic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1" name="TextBox 30">
                        <a:extLst>
                          <a:ext uri="{FF2B5EF4-FFF2-40B4-BE49-F238E27FC236}">
                            <a16:creationId xmlns:a16="http://schemas.microsoft.com/office/drawing/2014/main" id="{6CE69668-21D4-500A-62B0-44FA492612F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741282" y="2252221"/>
                        <a:ext cx="238206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31" name="TextBox 30">
                        <a:extLst>
                          <a:ext uri="{FF2B5EF4-FFF2-40B4-BE49-F238E27FC236}">
                            <a16:creationId xmlns:a16="http://schemas.microsoft.com/office/drawing/2014/main" id="{6CE69668-21D4-500A-62B0-44FA492612F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741282" y="2252221"/>
                        <a:ext cx="238206" cy="276999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 l="-25641" r="-10256" b="-17778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34" name="Connector: Elbow 33">
                  <a:extLst>
                    <a:ext uri="{FF2B5EF4-FFF2-40B4-BE49-F238E27FC236}">
                      <a16:creationId xmlns:a16="http://schemas.microsoft.com/office/drawing/2014/main" id="{F9418489-351F-D735-BA8B-1B7D402D6B06}"/>
                    </a:ext>
                  </a:extLst>
                </p:cNvPr>
                <p:cNvCxnSpPr>
                  <a:cxnSpLocks/>
                  <a:endCxn id="7" idx="1"/>
                </p:cNvCxnSpPr>
                <p:nvPr/>
              </p:nvCxnSpPr>
              <p:spPr>
                <a:xfrm>
                  <a:off x="1100106" y="3016352"/>
                  <a:ext cx="449361" cy="0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Connector: Elbow 33">
                  <a:extLst>
                    <a:ext uri="{FF2B5EF4-FFF2-40B4-BE49-F238E27FC236}">
                      <a16:creationId xmlns:a16="http://schemas.microsoft.com/office/drawing/2014/main" id="{B595C908-766F-8487-EA76-7BE675EFA149}"/>
                    </a:ext>
                  </a:extLst>
                </p:cNvPr>
                <p:cNvCxnSpPr>
                  <a:cxnSpLocks/>
                  <a:stCxn id="7" idx="3"/>
                  <a:endCxn id="23" idx="1"/>
                </p:cNvCxnSpPr>
                <p:nvPr/>
              </p:nvCxnSpPr>
              <p:spPr>
                <a:xfrm flipV="1">
                  <a:off x="3748575" y="2586228"/>
                  <a:ext cx="517120" cy="430124"/>
                </a:xfrm>
                <a:prstGeom prst="bentConnector3">
                  <a:avLst>
                    <a:gd name="adj1" fmla="val 50000"/>
                  </a:avLst>
                </a:prstGeom>
                <a:ln w="31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Connector: Elbow 33">
                  <a:extLst>
                    <a:ext uri="{FF2B5EF4-FFF2-40B4-BE49-F238E27FC236}">
                      <a16:creationId xmlns:a16="http://schemas.microsoft.com/office/drawing/2014/main" id="{281610A7-FFA3-C3F2-6E56-E4B340E2B1F3}"/>
                    </a:ext>
                  </a:extLst>
                </p:cNvPr>
                <p:cNvCxnSpPr>
                  <a:cxnSpLocks/>
                  <a:stCxn id="7" idx="3"/>
                  <a:endCxn id="36" idx="1"/>
                </p:cNvCxnSpPr>
                <p:nvPr/>
              </p:nvCxnSpPr>
              <p:spPr>
                <a:xfrm>
                  <a:off x="3748575" y="3016352"/>
                  <a:ext cx="517120" cy="473902"/>
                </a:xfrm>
                <a:prstGeom prst="bentConnector3">
                  <a:avLst>
                    <a:gd name="adj1" fmla="val 50000"/>
                  </a:avLst>
                </a:prstGeom>
                <a:ln w="31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Connector: Elbow 33">
                  <a:extLst>
                    <a:ext uri="{FF2B5EF4-FFF2-40B4-BE49-F238E27FC236}">
                      <a16:creationId xmlns:a16="http://schemas.microsoft.com/office/drawing/2014/main" id="{7A5CED56-7687-D509-9C29-50E6FB135FA4}"/>
                    </a:ext>
                  </a:extLst>
                </p:cNvPr>
                <p:cNvCxnSpPr>
                  <a:cxnSpLocks/>
                  <a:stCxn id="36" idx="3"/>
                </p:cNvCxnSpPr>
                <p:nvPr/>
              </p:nvCxnSpPr>
              <p:spPr>
                <a:xfrm flipV="1">
                  <a:off x="5180095" y="3220538"/>
                  <a:ext cx="509965" cy="269716"/>
                </a:xfrm>
                <a:prstGeom prst="bentConnector3">
                  <a:avLst>
                    <a:gd name="adj1" fmla="val 50000"/>
                  </a:avLst>
                </a:prstGeom>
                <a:ln w="31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Connector: Elbow 33">
                  <a:extLst>
                    <a:ext uri="{FF2B5EF4-FFF2-40B4-BE49-F238E27FC236}">
                      <a16:creationId xmlns:a16="http://schemas.microsoft.com/office/drawing/2014/main" id="{C75A67AE-F34F-2AC3-68C8-5F8E0C523D67}"/>
                    </a:ext>
                  </a:extLst>
                </p:cNvPr>
                <p:cNvCxnSpPr>
                  <a:cxnSpLocks/>
                  <a:stCxn id="10" idx="3"/>
                  <a:endCxn id="30" idx="1"/>
                </p:cNvCxnSpPr>
                <p:nvPr/>
              </p:nvCxnSpPr>
              <p:spPr>
                <a:xfrm>
                  <a:off x="7889168" y="3034973"/>
                  <a:ext cx="517449" cy="269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5" name="Flowchart: Or 114">
                  <a:extLst>
                    <a:ext uri="{FF2B5EF4-FFF2-40B4-BE49-F238E27FC236}">
                      <a16:creationId xmlns:a16="http://schemas.microsoft.com/office/drawing/2014/main" id="{A3605BF9-16A6-9ED2-575E-07E0F6335467}"/>
                    </a:ext>
                  </a:extLst>
                </p:cNvPr>
                <p:cNvSpPr/>
                <p:nvPr/>
              </p:nvSpPr>
              <p:spPr>
                <a:xfrm>
                  <a:off x="9694442" y="2896173"/>
                  <a:ext cx="274320" cy="274320"/>
                </a:xfrm>
                <a:prstGeom prst="flowChartOr">
                  <a:avLst/>
                </a:prstGeom>
                <a:no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16" name="Connector: Elbow 33">
                  <a:extLst>
                    <a:ext uri="{FF2B5EF4-FFF2-40B4-BE49-F238E27FC236}">
                      <a16:creationId xmlns:a16="http://schemas.microsoft.com/office/drawing/2014/main" id="{357962D2-22DC-4DCB-808E-6C46D2226912}"/>
                    </a:ext>
                  </a:extLst>
                </p:cNvPr>
                <p:cNvCxnSpPr>
                  <a:cxnSpLocks/>
                  <a:stCxn id="36" idx="2"/>
                  <a:endCxn id="115" idx="4"/>
                </p:cNvCxnSpPr>
                <p:nvPr/>
              </p:nvCxnSpPr>
              <p:spPr>
                <a:xfrm rot="5400000" flipH="1" flipV="1">
                  <a:off x="6944442" y="948945"/>
                  <a:ext cx="665612" cy="5108707"/>
                </a:xfrm>
                <a:prstGeom prst="bentConnector3">
                  <a:avLst>
                    <a:gd name="adj1" fmla="val -34344"/>
                  </a:avLst>
                </a:prstGeom>
                <a:ln w="31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Connector: Elbow 33">
                  <a:extLst>
                    <a:ext uri="{FF2B5EF4-FFF2-40B4-BE49-F238E27FC236}">
                      <a16:creationId xmlns:a16="http://schemas.microsoft.com/office/drawing/2014/main" id="{B3DC5574-F375-9DCE-5C84-AEB3773D2812}"/>
                    </a:ext>
                  </a:extLst>
                </p:cNvPr>
                <p:cNvCxnSpPr>
                  <a:cxnSpLocks/>
                  <a:stCxn id="30" idx="3"/>
                  <a:endCxn id="115" idx="2"/>
                </p:cNvCxnSpPr>
                <p:nvPr/>
              </p:nvCxnSpPr>
              <p:spPr>
                <a:xfrm flipV="1">
                  <a:off x="9314153" y="3033333"/>
                  <a:ext cx="380289" cy="1909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6" name="Flowchart: Summing Junction 125">
                  <a:extLst>
                    <a:ext uri="{FF2B5EF4-FFF2-40B4-BE49-F238E27FC236}">
                      <a16:creationId xmlns:a16="http://schemas.microsoft.com/office/drawing/2014/main" id="{2D34BE29-15A9-6C26-90A1-40778167C81A}"/>
                    </a:ext>
                  </a:extLst>
                </p:cNvPr>
                <p:cNvSpPr/>
                <p:nvPr/>
              </p:nvSpPr>
              <p:spPr>
                <a:xfrm>
                  <a:off x="10210119" y="2896387"/>
                  <a:ext cx="274320" cy="274320"/>
                </a:xfrm>
                <a:prstGeom prst="flowChartSummingJunction">
                  <a:avLst/>
                </a:prstGeom>
                <a:noFill/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28" name="Connector: Elbow 33">
                  <a:extLst>
                    <a:ext uri="{FF2B5EF4-FFF2-40B4-BE49-F238E27FC236}">
                      <a16:creationId xmlns:a16="http://schemas.microsoft.com/office/drawing/2014/main" id="{DED60004-EFCA-F865-BFA0-D03485F7B0BC}"/>
                    </a:ext>
                  </a:extLst>
                </p:cNvPr>
                <p:cNvCxnSpPr>
                  <a:cxnSpLocks/>
                  <a:stCxn id="115" idx="6"/>
                  <a:endCxn id="126" idx="2"/>
                </p:cNvCxnSpPr>
                <p:nvPr/>
              </p:nvCxnSpPr>
              <p:spPr>
                <a:xfrm>
                  <a:off x="9968762" y="3033333"/>
                  <a:ext cx="241357" cy="214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Connector: Elbow 33">
                  <a:extLst>
                    <a:ext uri="{FF2B5EF4-FFF2-40B4-BE49-F238E27FC236}">
                      <a16:creationId xmlns:a16="http://schemas.microsoft.com/office/drawing/2014/main" id="{293454F4-CEB9-D718-595E-1611BAB8AF13}"/>
                    </a:ext>
                  </a:extLst>
                </p:cNvPr>
                <p:cNvCxnSpPr>
                  <a:cxnSpLocks/>
                  <a:stCxn id="18" idx="0"/>
                  <a:endCxn id="126" idx="0"/>
                </p:cNvCxnSpPr>
                <p:nvPr/>
              </p:nvCxnSpPr>
              <p:spPr>
                <a:xfrm rot="16200000" flipH="1">
                  <a:off x="7194298" y="-256594"/>
                  <a:ext cx="813816" cy="5492146"/>
                </a:xfrm>
                <a:prstGeom prst="bentConnector3">
                  <a:avLst>
                    <a:gd name="adj1" fmla="val -28090"/>
                  </a:avLst>
                </a:prstGeom>
                <a:ln w="31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Connector: Elbow 33">
                  <a:extLst>
                    <a:ext uri="{FF2B5EF4-FFF2-40B4-BE49-F238E27FC236}">
                      <a16:creationId xmlns:a16="http://schemas.microsoft.com/office/drawing/2014/main" id="{B86528C2-7262-7E37-3A8B-342BDA13490F}"/>
                    </a:ext>
                  </a:extLst>
                </p:cNvPr>
                <p:cNvCxnSpPr>
                  <a:cxnSpLocks/>
                  <a:stCxn id="126" idx="6"/>
                  <a:endCxn id="41" idx="1"/>
                </p:cNvCxnSpPr>
                <p:nvPr/>
              </p:nvCxnSpPr>
              <p:spPr>
                <a:xfrm flipV="1">
                  <a:off x="10484439" y="3031415"/>
                  <a:ext cx="380289" cy="2132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5" name="TextBox 144">
                      <a:extLst>
                        <a:ext uri="{FF2B5EF4-FFF2-40B4-BE49-F238E27FC236}">
                          <a16:creationId xmlns:a16="http://schemas.microsoft.com/office/drawing/2014/main" id="{F4063461-85E7-E8DE-745A-7B58532C5F2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316724" y="2179093"/>
                      <a:ext cx="160300" cy="28571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Ŝ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45" name="TextBox 144">
                      <a:extLst>
                        <a:ext uri="{FF2B5EF4-FFF2-40B4-BE49-F238E27FC236}">
                          <a16:creationId xmlns:a16="http://schemas.microsoft.com/office/drawing/2014/main" id="{F4063461-85E7-E8DE-745A-7B58532C5F2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316724" y="2179093"/>
                      <a:ext cx="160300" cy="285719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l="-48148" t="-10638" r="-48148" b="-1276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53F7212-D5E0-F90C-7C94-3F3186E15B7E}"/>
                </a:ext>
              </a:extLst>
            </p:cNvPr>
            <p:cNvGrpSpPr/>
            <p:nvPr/>
          </p:nvGrpSpPr>
          <p:grpSpPr>
            <a:xfrm>
              <a:off x="43106" y="2267855"/>
              <a:ext cx="1064198" cy="1184633"/>
              <a:chOff x="603356" y="2792004"/>
              <a:chExt cx="1064198" cy="1184633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E8F162CA-264F-24DE-0803-7FC2AD5A06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52306" y="3134571"/>
                <a:ext cx="915248" cy="694944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FA30922C-6B5E-D17E-21D2-D79896927D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85167" y="3200139"/>
                <a:ext cx="915248" cy="694944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5C1CBDF3-81CB-DAFC-B7F2-F429DA7B5E75}"/>
                      </a:ext>
                    </a:extLst>
                  </p:cNvPr>
                  <p:cNvSpPr txBox="1"/>
                  <p:nvPr/>
                </p:nvSpPr>
                <p:spPr>
                  <a:xfrm>
                    <a:off x="1050464" y="2792004"/>
                    <a:ext cx="172804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5C1CBDF3-81CB-DAFC-B7F2-F429DA7B5E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0464" y="2792004"/>
                    <a:ext cx="172804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31034" r="-31034" b="-888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FAB3F647-451F-1854-8B8C-AAA2FE3276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rcRect l="415" t="959" r="840" b="713"/>
              <a:stretch/>
            </p:blipFill>
            <p:spPr>
              <a:xfrm>
                <a:off x="603356" y="3283065"/>
                <a:ext cx="914400" cy="693572"/>
              </a:xfrm>
              <a:prstGeom prst="rect">
                <a:avLst/>
              </a:prstGeom>
            </p:spPr>
          </p:pic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ECF6C36-14B2-08BA-8F33-16FCBB05471B}"/>
                </a:ext>
              </a:extLst>
            </p:cNvPr>
            <p:cNvGrpSpPr/>
            <p:nvPr/>
          </p:nvGrpSpPr>
          <p:grpSpPr>
            <a:xfrm>
              <a:off x="4265695" y="2082571"/>
              <a:ext cx="1046638" cy="851699"/>
              <a:chOff x="9651234" y="1522318"/>
              <a:chExt cx="1046638" cy="851699"/>
            </a:xfrm>
          </p:grpSpPr>
          <p:pic>
            <p:nvPicPr>
              <p:cNvPr id="18" name="Picture 17" descr="Several colorful shapes and numbers&#10;&#10;AI-generated content may be incorrect.">
                <a:extLst>
                  <a:ext uri="{FF2B5EF4-FFF2-40B4-BE49-F238E27FC236}">
                    <a16:creationId xmlns:a16="http://schemas.microsoft.com/office/drawing/2014/main" id="{1DE99B5C-09FA-4D8F-73A5-79AB7DDCEA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0" t="724" r="950" b="1265"/>
              <a:stretch/>
            </p:blipFill>
            <p:spPr>
              <a:xfrm>
                <a:off x="9783472" y="1522318"/>
                <a:ext cx="914400" cy="696085"/>
              </a:xfrm>
              <a:prstGeom prst="rect">
                <a:avLst/>
              </a:prstGeom>
            </p:spPr>
          </p:pic>
          <p:pic>
            <p:nvPicPr>
              <p:cNvPr id="20" name="Picture 19" descr="Several colorful shapes and numbers&#10;&#10;AI-generated content may be incorrect.">
                <a:extLst>
                  <a:ext uri="{FF2B5EF4-FFF2-40B4-BE49-F238E27FC236}">
                    <a16:creationId xmlns:a16="http://schemas.microsoft.com/office/drawing/2014/main" id="{BA83C747-4C78-5651-610A-FCD46101F1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0" t="724" r="950" b="1265"/>
              <a:stretch/>
            </p:blipFill>
            <p:spPr>
              <a:xfrm>
                <a:off x="9712104" y="1603184"/>
                <a:ext cx="914400" cy="696085"/>
              </a:xfrm>
              <a:prstGeom prst="rect">
                <a:avLst/>
              </a:prstGeom>
            </p:spPr>
          </p:pic>
          <p:pic>
            <p:nvPicPr>
              <p:cNvPr id="23" name="Picture 22" descr="Several colorful shapes and numbers&#10;&#10;AI-generated content may be incorrect.">
                <a:extLst>
                  <a:ext uri="{FF2B5EF4-FFF2-40B4-BE49-F238E27FC236}">
                    <a16:creationId xmlns:a16="http://schemas.microsoft.com/office/drawing/2014/main" id="{44EF930E-8419-0C0C-0809-956797132D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0" t="724" r="950" b="1265"/>
              <a:stretch/>
            </p:blipFill>
            <p:spPr>
              <a:xfrm>
                <a:off x="9651234" y="1677932"/>
                <a:ext cx="914400" cy="696085"/>
              </a:xfrm>
              <a:prstGeom prst="rect">
                <a:avLst/>
              </a:prstGeom>
            </p:spPr>
          </p:pic>
        </p:grpSp>
        <p:pic>
          <p:nvPicPr>
            <p:cNvPr id="36" name="Picture 35" descr="A group of white letters and numbers&#10;&#10;AI-generated content may be incorrect.">
              <a:extLst>
                <a:ext uri="{FF2B5EF4-FFF2-40B4-BE49-F238E27FC236}">
                  <a16:creationId xmlns:a16="http://schemas.microsoft.com/office/drawing/2014/main" id="{15DD6459-121C-3C66-1071-5089F897F4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0" t="1359" r="875" b="1172"/>
            <a:stretch/>
          </p:blipFill>
          <p:spPr>
            <a:xfrm>
              <a:off x="4265695" y="3144402"/>
              <a:ext cx="914400" cy="691703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7B4332E0-535D-75EB-6077-FA6B9994B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30000" contrast="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864728" y="2683943"/>
              <a:ext cx="907536" cy="694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75738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D65531C721006442AFE33DD3F61FB1F9" ma:contentTypeVersion="5" ma:contentTypeDescription="Yeni belge oluşturun." ma:contentTypeScope="" ma:versionID="ea0e0445bf190cd714c4bb3f591f0919">
  <xsd:schema xmlns:xsd="http://www.w3.org/2001/XMLSchema" xmlns:xs="http://www.w3.org/2001/XMLSchema" xmlns:p="http://schemas.microsoft.com/office/2006/metadata/properties" xmlns:ns3="311a3ffc-e206-4322-bfa4-4d4db0bffdba" targetNamespace="http://schemas.microsoft.com/office/2006/metadata/properties" ma:root="true" ma:fieldsID="1bcbfb1ed5d1d507abe322899e6e78cc" ns3:_="">
    <xsd:import namespace="311a3ffc-e206-4322-bfa4-4d4db0bffdb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1a3ffc-e206-4322-bfa4-4d4db0bffd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6A00702-DDFE-4F00-B51E-B21B70BB5E18}">
  <ds:schemaRefs>
    <ds:schemaRef ds:uri="http://purl.org/dc/terms/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elements/1.1/"/>
    <ds:schemaRef ds:uri="311a3ffc-e206-4322-bfa4-4d4db0bffdba"/>
  </ds:schemaRefs>
</ds:datastoreItem>
</file>

<file path=customXml/itemProps2.xml><?xml version="1.0" encoding="utf-8"?>
<ds:datastoreItem xmlns:ds="http://schemas.openxmlformats.org/officeDocument/2006/customXml" ds:itemID="{A1ABC223-37B2-4DDA-95DF-458CBE5A7C7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B30C552-EBCB-4B68-A116-FC1494D5A3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1a3ffc-e206-4322-bfa4-4d4db0bffd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23433</TotalTime>
  <Words>56</Words>
  <Application>Microsoft Office PowerPoint</Application>
  <PresentationFormat>Widescreen</PresentationFormat>
  <Paragraphs>53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MAHMUT ESAT DEMIRHAN</dc:creator>
  <cp:lastModifiedBy>MAHMUT ESAT DEMIRHAN</cp:lastModifiedBy>
  <cp:revision>36</cp:revision>
  <dcterms:created xsi:type="dcterms:W3CDTF">2025-03-22T21:26:27Z</dcterms:created>
  <dcterms:modified xsi:type="dcterms:W3CDTF">2025-04-26T19:26:19Z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0x010100D65531C721006442AFE33DD3F61FB1F9</vt:lpwstr>
  </property>
</Properties>
</file>